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57" d="100"/>
          <a:sy n="57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US" sz="1600" i="1" dirty="0"/>
            <a:t>Analysis of Relationship between Students’ Economic Background, Academic Performance, Skills &amp; Expected Salary</a:t>
          </a:r>
          <a:r>
            <a:rPr lang="en-GB" sz="1600" b="1" dirty="0"/>
            <a:t> 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Define Project Objectives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Problem Identification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Data Collection &amp; Monitoring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Data Pre-Processing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Visualizations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Data Analysis Workflow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Load Student Dataset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Prepare Design Specifications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Data Cleaning &amp; Formatting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Charts and Graphs Using Python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GPA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Income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Salary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Skills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CBD3DE36-32A1-4C05-AA1A-61EE297A523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/>
            <a:t>Dataset Understanding</a:t>
          </a:r>
          <a:endParaRPr lang="en-GB" sz="1200" dirty="0"/>
        </a:p>
      </dgm:t>
    </dgm:pt>
    <dgm:pt modelId="{AFADF669-E176-4FA5-9C8B-BC05EFE1924F}" type="parTrans" cxnId="{601DDEDD-2F4F-4CBE-BEF3-5E1EF4BFBBC3}">
      <dgm:prSet/>
      <dgm:spPr/>
      <dgm:t>
        <a:bodyPr/>
        <a:lstStyle/>
        <a:p>
          <a:endParaRPr lang="en-IN"/>
        </a:p>
      </dgm:t>
    </dgm:pt>
    <dgm:pt modelId="{6DA23E24-9473-4CE8-BAF6-D727D3D9AAA0}" type="sibTrans" cxnId="{601DDEDD-2F4F-4CBE-BEF3-5E1EF4BFBBC3}">
      <dgm:prSet/>
      <dgm:spPr/>
      <dgm:t>
        <a:bodyPr/>
        <a:lstStyle/>
        <a:p>
          <a:endParaRPr lang="en-IN"/>
        </a:p>
      </dgm:t>
    </dgm:pt>
    <dgm:pt modelId="{F865A58D-7915-44A3-B40C-2BBEFD7F34C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pPr>
            <a:buNone/>
          </a:pPr>
          <a:r>
            <a:rPr lang="en-US" sz="1200" dirty="0"/>
            <a:t>Created charts and graphs using </a:t>
          </a:r>
          <a:r>
            <a:rPr lang="en-US" sz="1200" b="0" dirty="0"/>
            <a:t>Python (Matplotlib &amp; Seaborn</a:t>
          </a:r>
          <a:r>
            <a:rPr lang="en-US" sz="1200" b="1" dirty="0"/>
            <a:t>)</a:t>
          </a:r>
          <a:r>
            <a:rPr lang="en-US" sz="1200" dirty="0"/>
            <a:t>:</a:t>
          </a:r>
          <a:endParaRPr lang="en-GB" sz="1200" dirty="0"/>
        </a:p>
      </dgm:t>
    </dgm:pt>
    <dgm:pt modelId="{F2F4DBB2-5F89-4295-9ADA-359A73D1D473}" type="parTrans" cxnId="{B4321995-6429-4E93-9648-E687D678977D}">
      <dgm:prSet/>
      <dgm:spPr/>
      <dgm:t>
        <a:bodyPr/>
        <a:lstStyle/>
        <a:p>
          <a:endParaRPr lang="en-IN"/>
        </a:p>
      </dgm:t>
    </dgm:pt>
    <dgm:pt modelId="{E9AE5CD0-AE32-45C1-B906-0FDA84279C95}" type="sibTrans" cxnId="{B4321995-6429-4E93-9648-E687D678977D}">
      <dgm:prSet/>
      <dgm:spPr/>
      <dgm:t>
        <a:bodyPr/>
        <a:lstStyle/>
        <a:p>
          <a:endParaRPr lang="en-IN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311646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277188" custScaleY="90119" custLinFactNeighborX="-15060" custLinFactNeighborY="-22326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2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2"/>
      <dgm:spPr/>
    </dgm:pt>
    <dgm:pt modelId="{082858DA-3FBC-224B-94F4-A3E62BFB3CA0}" type="pres">
      <dgm:prSet presAssocID="{6F990348-5120-7140-980E-D1A49D03543A}" presName="text3" presStyleLbl="fgAcc3" presStyleIdx="0" presStyleCnt="12" custScaleX="160628" custScaleY="328616" custLinFactNeighborX="-12027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2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2"/>
      <dgm:spPr/>
    </dgm:pt>
    <dgm:pt modelId="{8EEDF970-CC88-124A-A9E9-A1462E464C5C}" type="pres">
      <dgm:prSet presAssocID="{29AD3176-2D40-CF49-A544-12BEE310D254}" presName="text3" presStyleLbl="fgAcc3" presStyleIdx="1" presStyleCnt="12" custScaleX="144676" custScaleY="228991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475B8ADC-7E58-406F-8053-B2ABE44CEED7}" type="pres">
      <dgm:prSet presAssocID="{AFADF669-E176-4FA5-9C8B-BC05EFE1924F}" presName="Name17" presStyleLbl="parChTrans1D3" presStyleIdx="2" presStyleCnt="12"/>
      <dgm:spPr/>
    </dgm:pt>
    <dgm:pt modelId="{086BB8B7-AD06-4F2B-92A6-B2DC7DCA253F}" type="pres">
      <dgm:prSet presAssocID="{CBD3DE36-32A1-4C05-AA1A-61EE297A5230}" presName="hierRoot3" presStyleCnt="0"/>
      <dgm:spPr/>
    </dgm:pt>
    <dgm:pt modelId="{D8926CE1-5FD1-42C7-A1C0-A3B09F99EA09}" type="pres">
      <dgm:prSet presAssocID="{CBD3DE36-32A1-4C05-AA1A-61EE297A5230}" presName="composite3" presStyleCnt="0"/>
      <dgm:spPr/>
    </dgm:pt>
    <dgm:pt modelId="{5C5D4E81-0A56-48C5-ACB5-5A6165BE46EE}" type="pres">
      <dgm:prSet presAssocID="{CBD3DE36-32A1-4C05-AA1A-61EE297A5230}" presName="background3" presStyleLbl="node3" presStyleIdx="2" presStyleCnt="12"/>
      <dgm:spPr/>
    </dgm:pt>
    <dgm:pt modelId="{56687D85-7339-4A46-AF36-42A2BACA2188}" type="pres">
      <dgm:prSet presAssocID="{CBD3DE36-32A1-4C05-AA1A-61EE297A5230}" presName="text3" presStyleLbl="fgAcc3" presStyleIdx="2" presStyleCnt="12" custScaleX="108846" custScaleY="224894">
        <dgm:presLayoutVars>
          <dgm:chPref val="3"/>
        </dgm:presLayoutVars>
      </dgm:prSet>
      <dgm:spPr/>
    </dgm:pt>
    <dgm:pt modelId="{40ED854F-EF4D-4A02-8ADC-1D0ABE74DC04}" type="pres">
      <dgm:prSet presAssocID="{CBD3DE36-32A1-4C05-AA1A-61EE297A5230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 custScaleX="28468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3" presStyleCnt="12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3" presStyleCnt="12"/>
      <dgm:spPr/>
    </dgm:pt>
    <dgm:pt modelId="{1335637A-7683-4A41-B519-CE080C5D3C7D}" type="pres">
      <dgm:prSet presAssocID="{50A67927-BA02-734A-A0AE-86F97EFE870C}" presName="text3" presStyleLbl="fgAcc3" presStyleIdx="3" presStyleCnt="12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4" presStyleCnt="12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4" presStyleCnt="12"/>
      <dgm:spPr/>
    </dgm:pt>
    <dgm:pt modelId="{98149894-16C1-9849-9F1D-7F8F3F75A8FC}" type="pres">
      <dgm:prSet presAssocID="{98D6B55B-33A1-654B-9A07-4017B4BCBC3D}" presName="text3" presStyleLbl="fgAcc3" presStyleIdx="4" presStyleCnt="12" custScaleX="174907" custScaleY="200208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5" presStyleCnt="12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5" presStyleCnt="12"/>
      <dgm:spPr/>
    </dgm:pt>
    <dgm:pt modelId="{EACE96B3-4D7B-5841-A0E5-AF7D060742AB}" type="pres">
      <dgm:prSet presAssocID="{7634EBF5-E466-1B4A-B6D3-3F4B45B7606D}" presName="text3" presStyleLbl="fgAcc3" presStyleIdx="5" presStyleCnt="12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 custScaleY="229636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6" presStyleCnt="12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6" presStyleCnt="12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6" presStyleCnt="12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43556" custScaleY="175165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 custScaleX="137218" custScaleY="21392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 custScaleX="132650" custScaleY="21392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 custScaleX="134628" custScaleY="17123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7" presStyleCnt="12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7" presStyleCnt="12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7" presStyleCnt="12" custScaleX="160159" custScaleY="179551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 custScaleX="241234" custScaleY="265568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 custScaleX="163582" custScaleY="120657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8" presStyleCnt="12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8" presStyleCnt="12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8" presStyleCnt="12" custScaleX="143263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 custScaleX="158753" custScaleY="240141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9" presStyleCnt="12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9" presStyleCnt="12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9" presStyleCnt="12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8CA7F371-F4C8-499E-A1DD-D0E1558981D2}" type="pres">
      <dgm:prSet presAssocID="{F2F4DBB2-5F89-4295-9ADA-359A73D1D473}" presName="Name17" presStyleLbl="parChTrans1D3" presStyleIdx="10" presStyleCnt="12"/>
      <dgm:spPr/>
    </dgm:pt>
    <dgm:pt modelId="{BCE34F5A-84CE-4C49-A421-4DBB4EB79571}" type="pres">
      <dgm:prSet presAssocID="{F865A58D-7915-44A3-B40C-2BBEFD7F34C1}" presName="hierRoot3" presStyleCnt="0"/>
      <dgm:spPr/>
    </dgm:pt>
    <dgm:pt modelId="{744CD028-B63B-422A-9E73-FB9632285289}" type="pres">
      <dgm:prSet presAssocID="{F865A58D-7915-44A3-B40C-2BBEFD7F34C1}" presName="composite3" presStyleCnt="0"/>
      <dgm:spPr/>
    </dgm:pt>
    <dgm:pt modelId="{CC7FD343-8F6B-44FA-B9EE-4FF519E7BC05}" type="pres">
      <dgm:prSet presAssocID="{F865A58D-7915-44A3-B40C-2BBEFD7F34C1}" presName="background3" presStyleLbl="node3" presStyleIdx="10" presStyleCnt="12"/>
      <dgm:spPr/>
    </dgm:pt>
    <dgm:pt modelId="{0DCDC3EF-D2AB-4A93-9A04-15E11D92E0AA}" type="pres">
      <dgm:prSet presAssocID="{F865A58D-7915-44A3-B40C-2BBEFD7F34C1}" presName="text3" presStyleLbl="fgAcc3" presStyleIdx="10" presStyleCnt="12" custScaleX="169401" custScaleY="275758">
        <dgm:presLayoutVars>
          <dgm:chPref val="3"/>
        </dgm:presLayoutVars>
      </dgm:prSet>
      <dgm:spPr/>
    </dgm:pt>
    <dgm:pt modelId="{C7117D58-2D95-435C-B761-2B987FD117A7}" type="pres">
      <dgm:prSet presAssocID="{F865A58D-7915-44A3-B40C-2BBEFD7F34C1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 custScaleY="22091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 custScaleX="210798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11" presStyleCnt="12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11" presStyleCnt="12"/>
      <dgm:spPr/>
    </dgm:pt>
    <dgm:pt modelId="{9667A29C-175F-3046-887F-2D268E592584}" type="pres">
      <dgm:prSet presAssocID="{089FD83E-6928-1E43-95D3-124D5441D173}" presName="text3" presStyleLbl="fgAcc3" presStyleIdx="11" presStyleCnt="12" custScaleX="129086" custScaleY="205013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9006E211-0804-4EAD-AAF5-5CFEEC4BAD2D}" type="presOf" srcId="{19D8E85A-EF28-1042-9B35-665A12874640}" destId="{564C0382-73AB-AD40-BC20-ACDA75959C27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EF798523-01A9-436F-8A6B-16CEF0E32EEB}" type="presOf" srcId="{95F71EBD-EC94-9D42-BB0E-C52845D7632F}" destId="{E2CD4462-F0C6-4B43-9B77-3211BA022417}" srcOrd="0" destOrd="0" presId="urn:microsoft.com/office/officeart/2005/8/layout/hierarchy1"/>
    <dgm:cxn modelId="{558FAF26-5185-4910-B34A-409D72CEE3DB}" type="presOf" srcId="{364C3A0C-E45B-3E48-9CE5-9EB4D5E291A3}" destId="{C7BFB9AC-490D-684C-AD05-725FCA559179}" srcOrd="0" destOrd="0" presId="urn:microsoft.com/office/officeart/2005/8/layout/hierarchy1"/>
    <dgm:cxn modelId="{1425FA28-03FC-4951-9101-CD6175742E75}" type="presOf" srcId="{29AD3176-2D40-CF49-A544-12BEE310D254}" destId="{8EEDF970-CC88-124A-A9E9-A1462E464C5C}" srcOrd="0" destOrd="0" presId="urn:microsoft.com/office/officeart/2005/8/layout/hierarchy1"/>
    <dgm:cxn modelId="{D3ECB22B-4A61-4094-A8C7-6229D4FE84AC}" type="presOf" srcId="{3A23F63D-F775-FA45-9A86-1830CB0473EB}" destId="{CB170625-B302-E140-98D5-E17132BB5541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C1976934-C5E1-4F1E-A14E-C17AC24E82FF}" type="presOf" srcId="{AFADF669-E176-4FA5-9C8B-BC05EFE1924F}" destId="{475B8ADC-7E58-406F-8053-B2ABE44CEED7}" srcOrd="0" destOrd="0" presId="urn:microsoft.com/office/officeart/2005/8/layout/hierarchy1"/>
    <dgm:cxn modelId="{457A3538-B270-4BC5-8033-332861393EA0}" type="presOf" srcId="{F2F4DBB2-5F89-4295-9ADA-359A73D1D473}" destId="{8CA7F371-F4C8-499E-A1DD-D0E1558981D2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35812F3C-C178-46DE-8AA6-170EB7701B91}" type="presOf" srcId="{72873E73-5BDD-2945-B603-202D1D221223}" destId="{984D623A-B6C1-EF4D-B38B-A09708FA56E0}" srcOrd="0" destOrd="0" presId="urn:microsoft.com/office/officeart/2005/8/layout/hierarchy1"/>
    <dgm:cxn modelId="{94CA803D-1DA1-4DD3-8599-62C632DC30EB}" type="presOf" srcId="{168E6C2B-590B-9741-AD46-A772950FDC0B}" destId="{5735B7E3-EFC1-2649-A353-6DA6C57BE7F2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FE5A5F5F-8D14-403C-B86C-5481094C36F4}" type="presOf" srcId="{C40EC512-88AF-B24D-AAB3-3E9A66643198}" destId="{CFFA7558-0139-FA4C-979C-AB56256C62DB}" srcOrd="0" destOrd="0" presId="urn:microsoft.com/office/officeart/2005/8/layout/hierarchy1"/>
    <dgm:cxn modelId="{8A49DA61-87E8-4B33-AB83-03A834A7E8B6}" type="presOf" srcId="{50A67927-BA02-734A-A0AE-86F97EFE870C}" destId="{1335637A-7683-4A41-B519-CE080C5D3C7D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6D5B4047-CF1A-4E81-AFBF-8C1DB4A48B9D}" type="presOf" srcId="{8914F4E6-8F5A-A647-9AC4-5F23D5F3067F}" destId="{83794B4D-0647-C949-BFC8-EF70C9EBF151}" srcOrd="0" destOrd="0" presId="urn:microsoft.com/office/officeart/2005/8/layout/hierarchy1"/>
    <dgm:cxn modelId="{BA1D0369-0483-4212-B584-2AA130C16486}" type="presOf" srcId="{F16FF941-90DF-5F41-878C-0883EADCDDD3}" destId="{F231F884-6F5B-C848-BBFF-43A5940A956B}" srcOrd="0" destOrd="0" presId="urn:microsoft.com/office/officeart/2005/8/layout/hierarchy1"/>
    <dgm:cxn modelId="{A05C5E4B-B498-4417-B3D4-D4083BA58B28}" type="presOf" srcId="{6F990348-5120-7140-980E-D1A49D03543A}" destId="{082858DA-3FBC-224B-94F4-A3E62BFB3CA0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7A9F9D71-C80C-4453-85A0-8A091DC97924}" type="presOf" srcId="{0E737143-6448-C24B-BA8B-38BA7568F52E}" destId="{7D68BC0A-EDF7-E349-B498-3CBB7AA07288}" srcOrd="0" destOrd="0" presId="urn:microsoft.com/office/officeart/2005/8/layout/hierarchy1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79FD9559-EDDC-4BA4-9EDA-53BEB5BF26C3}" type="presOf" srcId="{DF86860E-2719-A64A-80FF-F56192895399}" destId="{F1BC48F8-BC78-354B-8D25-7D5CBB308992}" srcOrd="0" destOrd="0" presId="urn:microsoft.com/office/officeart/2005/8/layout/hierarchy1"/>
    <dgm:cxn modelId="{4F050B5A-1B6C-4A79-ACB6-5D5790BB8117}" type="presOf" srcId="{CBD3DE36-32A1-4C05-AA1A-61EE297A5230}" destId="{56687D85-7339-4A46-AF36-42A2BACA2188}" srcOrd="0" destOrd="0" presId="urn:microsoft.com/office/officeart/2005/8/layout/hierarchy1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EA8E2D7B-F5DA-4705-A3A3-F951650E1C27}" type="presOf" srcId="{DB346DC5-5247-BD41-9BBB-38F381C6763A}" destId="{BAE9D8D9-F63B-0243-A497-F16166EB0CBB}" srcOrd="0" destOrd="0" presId="urn:microsoft.com/office/officeart/2005/8/layout/hierarchy1"/>
    <dgm:cxn modelId="{C6C1E97C-742A-4BE5-BD41-2687490A7888}" type="presOf" srcId="{3C4B69D1-D6CE-7142-B782-AC33E8916659}" destId="{337060B7-D3D4-F94E-B389-33AFD88D6377}" srcOrd="0" destOrd="0" presId="urn:microsoft.com/office/officeart/2005/8/layout/hierarchy1"/>
    <dgm:cxn modelId="{8BEEB580-392D-4433-9F64-42F00172BDB2}" type="presOf" srcId="{11A7F51E-264B-AE48-B5DB-DBB3BAC5164B}" destId="{7E10B0DA-187E-374C-A6AE-91CED635F384}" srcOrd="0" destOrd="0" presId="urn:microsoft.com/office/officeart/2005/8/layout/hierarchy1"/>
    <dgm:cxn modelId="{FFC3D081-76E1-4CB6-B982-2A4B34E0EF4B}" type="presOf" srcId="{2C280079-523E-834B-ACAF-1472D33814CB}" destId="{059FE831-3934-AA4C-81D9-A1165D6BA533}" srcOrd="0" destOrd="0" presId="urn:microsoft.com/office/officeart/2005/8/layout/hierarchy1"/>
    <dgm:cxn modelId="{0C935082-C492-48E1-9DDC-F53A47E2F3A7}" type="presOf" srcId="{233303ED-F262-ED4B-9232-A7532CC4AECE}" destId="{5408A212-47CD-4D46-8FAB-27B848FD240A}" srcOrd="0" destOrd="0" presId="urn:microsoft.com/office/officeart/2005/8/layout/hierarchy1"/>
    <dgm:cxn modelId="{0503648E-0717-4DBD-94FF-B59FD47C3A6B}" type="presOf" srcId="{F2E405BB-9D46-8742-BDA8-9A651FCAAE01}" destId="{FF3C020C-B8AD-294E-B19A-558A93F87E04}" srcOrd="0" destOrd="0" presId="urn:microsoft.com/office/officeart/2005/8/layout/hierarchy1"/>
    <dgm:cxn modelId="{4A57728E-D18D-440A-8469-D1F7FB1C29EF}" type="presOf" srcId="{DD0F50AC-AB00-A748-AF99-554195A7089E}" destId="{773E929D-AFE4-8B45-A0D1-0E6894D6C807}" srcOrd="0" destOrd="0" presId="urn:microsoft.com/office/officeart/2005/8/layout/hierarchy1"/>
    <dgm:cxn modelId="{BF599D92-F2BC-4FB3-8005-D618F81E3D20}" type="presOf" srcId="{2E5B166C-9F1A-1A40-BE57-97EA2A4F71E6}" destId="{9870B9CA-F9A5-4E43-AED1-DF454225F6BE}" srcOrd="0" destOrd="0" presId="urn:microsoft.com/office/officeart/2005/8/layout/hierarchy1"/>
    <dgm:cxn modelId="{91335F94-9CDC-45BE-8776-D7A14DE1E78F}" type="presOf" srcId="{8A7E9A38-0069-E54C-9C7F-E9C55CA7C411}" destId="{D868DAD2-E310-8F43-A407-6333AC65E4ED}" srcOrd="0" destOrd="0" presId="urn:microsoft.com/office/officeart/2005/8/layout/hierarchy1"/>
    <dgm:cxn modelId="{B4321995-6429-4E93-9648-E687D678977D}" srcId="{1BC165AB-B879-6E45-BE42-9DB85E468E5E}" destId="{F865A58D-7915-44A3-B40C-2BBEFD7F34C1}" srcOrd="4" destOrd="0" parTransId="{F2F4DBB2-5F89-4295-9ADA-359A73D1D473}" sibTransId="{E9AE5CD0-AE32-45C1-B906-0FDA84279C95}"/>
    <dgm:cxn modelId="{6F192F97-6423-4838-9BD3-4A29E139CA1D}" type="presOf" srcId="{3E0002A5-03D5-114A-9781-6C090D0BE78D}" destId="{704FCE75-65B4-4940-8049-21723A96BD6C}" srcOrd="0" destOrd="0" presId="urn:microsoft.com/office/officeart/2005/8/layout/hierarchy1"/>
    <dgm:cxn modelId="{1CAA3B99-8102-4CE0-9B1F-682F7F2A5D1C}" type="presOf" srcId="{B404269D-E280-B244-8985-C3EF359E4401}" destId="{8BBCA62D-46DF-DA41-A721-B30D64F12F51}" srcOrd="0" destOrd="0" presId="urn:microsoft.com/office/officeart/2005/8/layout/hierarchy1"/>
    <dgm:cxn modelId="{17A3FE9B-1AD3-458E-934F-3DC2635DCB54}" type="presOf" srcId="{4B0E92FA-F37D-7E40-AB74-0DA56805BAE7}" destId="{A174D04D-B60D-7348-8B58-A47928E619EC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692C26A1-EB92-4C02-B678-1D4A55E066EE}" type="presOf" srcId="{D34E1ADF-0E61-D948-AC0E-3AF3A48C9D61}" destId="{7FF2E27C-78CE-5D43-AABB-62242276235A}" srcOrd="0" destOrd="0" presId="urn:microsoft.com/office/officeart/2005/8/layout/hierarchy1"/>
    <dgm:cxn modelId="{04B489AA-2970-4443-B425-8E433994C2D9}" type="presOf" srcId="{D68BBA40-1F9F-C24D-BB19-710FF1013F30}" destId="{199134CF-3476-EF4E-BA54-83810A8EDF1A}" srcOrd="0" destOrd="0" presId="urn:microsoft.com/office/officeart/2005/8/layout/hierarchy1"/>
    <dgm:cxn modelId="{C15EDFAC-14B3-40B3-A23C-7108E956ABFF}" type="presOf" srcId="{D1A8A6CA-0B6E-724A-87A8-FD6A0D5D7FA2}" destId="{C4D0961C-9DF5-F94A-882D-21B44E665106}" srcOrd="0" destOrd="0" presId="urn:microsoft.com/office/officeart/2005/8/layout/hierarchy1"/>
    <dgm:cxn modelId="{C6FF4AAD-3B1A-46EA-9778-1E3A19F88DA3}" type="presOf" srcId="{03B89768-B859-2E49-8534-20D1EFA29B3B}" destId="{CE004470-AE31-6542-BE4E-74C32357678F}" srcOrd="0" destOrd="0" presId="urn:microsoft.com/office/officeart/2005/8/layout/hierarchy1"/>
    <dgm:cxn modelId="{3BB4C7AD-1676-42D6-B7F7-1C44F93EE2CB}" type="presOf" srcId="{D11E7EEC-A2DD-6148-AD59-6CD83C19C84D}" destId="{C31C142D-CC01-1143-97E8-88E8F2B4524A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4C20D7B4-EAF7-425E-B4E1-9C6D61A5AD5D}" type="presOf" srcId="{CDA5780B-21C9-BC4E-83B6-3CDECF37478F}" destId="{5F7EDAEE-AFB2-1145-9746-5AE19E9F92D3}" srcOrd="0" destOrd="0" presId="urn:microsoft.com/office/officeart/2005/8/layout/hierarchy1"/>
    <dgm:cxn modelId="{454943B5-E4F0-4FA0-8D87-D9B257F4902B}" type="presOf" srcId="{5F667AE8-046B-E44C-AE01-855B5A32DC04}" destId="{83C2F6A7-B8DB-EA4F-8B79-DB7C685DAB41}" srcOrd="0" destOrd="0" presId="urn:microsoft.com/office/officeart/2005/8/layout/hierarchy1"/>
    <dgm:cxn modelId="{9C0D0BB6-DBAF-459D-9C44-1302171C8F03}" type="presOf" srcId="{E752A000-5711-0F4B-8B5D-326221EFD2A1}" destId="{7A5A9C9D-5743-894D-9DC3-3B769CCB28E8}" srcOrd="0" destOrd="0" presId="urn:microsoft.com/office/officeart/2005/8/layout/hierarchy1"/>
    <dgm:cxn modelId="{16791BB6-3751-4C26-B651-EA5D8FE18EED}" type="presOf" srcId="{7634EBF5-E466-1B4A-B6D3-3F4B45B7606D}" destId="{EACE96B3-4D7B-5841-A0E5-AF7D060742AB}" srcOrd="0" destOrd="0" presId="urn:microsoft.com/office/officeart/2005/8/layout/hierarchy1"/>
    <dgm:cxn modelId="{40184FB9-EB38-4C77-BB2A-AFCAC56C041B}" type="presOf" srcId="{1BC165AB-B879-6E45-BE42-9DB85E468E5E}" destId="{C9D855B1-F204-3449-A0AB-C83C199BFD6B}" srcOrd="0" destOrd="0" presId="urn:microsoft.com/office/officeart/2005/8/layout/hierarchy1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B3D170BD-D6A1-4D7B-BC5E-8C44A30B2759}" type="presOf" srcId="{86FF38A3-C483-214F-985A-8D30B54EDF81}" destId="{363CB994-25D6-3343-8FF2-3F44D7B39F3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884BF9CF-C500-477D-A530-C23BF2522ECD}" type="presOf" srcId="{F865A58D-7915-44A3-B40C-2BBEFD7F34C1}" destId="{0DCDC3EF-D2AB-4A93-9A04-15E11D92E0AA}" srcOrd="0" destOrd="0" presId="urn:microsoft.com/office/officeart/2005/8/layout/hierarchy1"/>
    <dgm:cxn modelId="{F3D110D4-4FAC-4224-A5FB-35072F92AE09}" type="presOf" srcId="{13C05AA9-C29E-A441-BA1E-FA81DA491826}" destId="{A50E9863-A52D-9549-A655-6F56C7EA8276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20F784D5-8E9D-40B3-A47E-36EB8B150780}" type="presOf" srcId="{570711A2-0F15-1E4E-84E9-5DECF631ACE9}" destId="{174D4A2F-9BFD-8B4F-A3F7-0D2A7E4C3E7E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601DDEDD-2F4F-4CBE-BEF3-5E1EF4BFBBC3}" srcId="{DF86860E-2719-A64A-80FF-F56192895399}" destId="{CBD3DE36-32A1-4C05-AA1A-61EE297A5230}" srcOrd="2" destOrd="0" parTransId="{AFADF669-E176-4FA5-9C8B-BC05EFE1924F}" sibTransId="{6DA23E24-9473-4CE8-BAF6-D727D3D9AAA0}"/>
    <dgm:cxn modelId="{EFFFB4DE-BA2D-4CA7-96ED-DB2177051DAF}" type="presOf" srcId="{5ED8EFDF-8956-064A-9DFB-DCCA28CF5849}" destId="{3FFFB191-7A5B-F648-9ADA-E2E297B6B27E}" srcOrd="0" destOrd="0" presId="urn:microsoft.com/office/officeart/2005/8/layout/hierarchy1"/>
    <dgm:cxn modelId="{54A2CCE0-27E7-4C97-8286-AF9EC15CFAC8}" type="presOf" srcId="{7835FD59-B514-0B47-B7B8-0983910456A6}" destId="{265B3781-273D-0148-87CB-FBE8B43D31EF}" srcOrd="0" destOrd="0" presId="urn:microsoft.com/office/officeart/2005/8/layout/hierarchy1"/>
    <dgm:cxn modelId="{728258E5-5166-429A-9E26-BD7AA9521800}" type="presOf" srcId="{98D6B55B-33A1-654B-9A07-4017B4BCBC3D}" destId="{98149894-16C1-9849-9F1D-7F8F3F75A8FC}" srcOrd="0" destOrd="0" presId="urn:microsoft.com/office/officeart/2005/8/layout/hierarchy1"/>
    <dgm:cxn modelId="{9B9E94E7-1427-4FB1-9EA1-A258BC625592}" type="presOf" srcId="{C048921F-4EB1-284C-AA0A-60D6AD5FBA44}" destId="{2E414492-F43C-AA49-B51E-0ED6D0144652}" srcOrd="0" destOrd="0" presId="urn:microsoft.com/office/officeart/2005/8/layout/hierarchy1"/>
    <dgm:cxn modelId="{7629C1E7-DE46-4C39-8867-08FB1C8A7BEE}" type="presOf" srcId="{089FD83E-6928-1E43-95D3-124D5441D173}" destId="{9667A29C-175F-3046-887F-2D268E592584}" srcOrd="0" destOrd="0" presId="urn:microsoft.com/office/officeart/2005/8/layout/hierarchy1"/>
    <dgm:cxn modelId="{F9CC0BE9-33FD-4FBE-A2AF-0869D802F2F8}" type="presOf" srcId="{D029E1B0-002C-1E4F-B8C4-E8D784F7075D}" destId="{F693BDAA-9A8E-FC45-932B-DEA151ED6822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524D06EB-2EA2-4523-9A50-16165714F0EF}" type="presOf" srcId="{7A85E6ED-B8E9-284E-8BEF-F3C0C778F5C0}" destId="{FBAACFE0-43C6-F245-ADA4-A9A35786F27A}" srcOrd="0" destOrd="0" presId="urn:microsoft.com/office/officeart/2005/8/layout/hierarchy1"/>
    <dgm:cxn modelId="{02ED15EB-6ADA-4A1B-A920-30DE5CB21D28}" type="presOf" srcId="{0A42203B-26C8-F140-A21C-18A332E5B981}" destId="{4C4AF905-DDF4-E241-A58B-D9F5E626544B}" srcOrd="0" destOrd="0" presId="urn:microsoft.com/office/officeart/2005/8/layout/hierarchy1"/>
    <dgm:cxn modelId="{453750EB-3F24-5C43-9F08-D8F42F13776E}" srcId="{F865A58D-7915-44A3-B40C-2BBEFD7F34C1}" destId="{D1A8A6CA-0B6E-724A-87A8-FD6A0D5D7FA2}" srcOrd="0" destOrd="0" parTransId="{F2E405BB-9D46-8742-BDA8-9A651FCAAE01}" sibTransId="{ED709F34-2065-8B4D-8890-38221EB21289}"/>
    <dgm:cxn modelId="{A9FDF0F1-1797-4EF4-9FF2-A67CC9CF1641}" type="presOf" srcId="{DE5678F3-E484-B34C-A03A-1F29B4C5702D}" destId="{3F869B66-BEF4-EA49-A760-429C1E32A4A8}" srcOrd="0" destOrd="0" presId="urn:microsoft.com/office/officeart/2005/8/layout/hierarchy1"/>
    <dgm:cxn modelId="{E0C319F2-9BF0-4773-AE17-9F4C5DF89530}" type="presOf" srcId="{9D68368C-33AA-1644-80E4-398208A2C6F0}" destId="{37EEB28E-EED4-3D42-B6E7-4F1F94EEB9B5}" srcOrd="0" destOrd="0" presId="urn:microsoft.com/office/officeart/2005/8/layout/hierarchy1"/>
    <dgm:cxn modelId="{F45B31F2-66F7-4412-A34E-04C90B714221}" type="presOf" srcId="{6E9D28A9-0202-6B41-9DE6-9B3EADC17B28}" destId="{F2409E12-FE7E-0B40-8ED9-46993E014F7D}" srcOrd="0" destOrd="0" presId="urn:microsoft.com/office/officeart/2005/8/layout/hierarchy1"/>
    <dgm:cxn modelId="{A8BCA8F4-E1E5-4833-8AD9-3896A4C9B610}" type="presOf" srcId="{D333C4C1-0537-FB48-B774-A687ACA99157}" destId="{C600CFF6-A683-1446-81BA-585206CB3A42}" srcOrd="0" destOrd="0" presId="urn:microsoft.com/office/officeart/2005/8/layout/hierarchy1"/>
    <dgm:cxn modelId="{6DB981F6-29EB-4663-AE35-41145BB2AB76}" type="presOf" srcId="{9CF7D53B-F3DC-984D-B4E6-8F25C31E5C97}" destId="{EB5EDA5E-C36B-0D4C-A1AC-CFD58A43DD61}" srcOrd="0" destOrd="0" presId="urn:microsoft.com/office/officeart/2005/8/layout/hierarchy1"/>
    <dgm:cxn modelId="{E5328AF7-0548-46F4-B7A5-0648587CFF9E}" type="presOf" srcId="{C0B1B4C2-CF26-6245-98C7-F52857ED528A}" destId="{400D3616-5140-9D4A-B0A6-0608E5978375}" srcOrd="0" destOrd="0" presId="urn:microsoft.com/office/officeart/2005/8/layout/hierarchy1"/>
    <dgm:cxn modelId="{2F1FD288-F227-484B-B791-034C3D784E46}" type="presParOf" srcId="{E5400895-F99F-7F41-8583-4BD162EA06C2}" destId="{C8E5C753-0B0D-8E4A-87C9-0512E2387AAE}" srcOrd="0" destOrd="0" presId="urn:microsoft.com/office/officeart/2005/8/layout/hierarchy1"/>
    <dgm:cxn modelId="{CD638583-BFC6-4956-96B9-FB6BAD8B55E2}" type="presParOf" srcId="{C8E5C753-0B0D-8E4A-87C9-0512E2387AAE}" destId="{5820EE7F-AEA0-3E48-B9D6-424BD60081AD}" srcOrd="0" destOrd="0" presId="urn:microsoft.com/office/officeart/2005/8/layout/hierarchy1"/>
    <dgm:cxn modelId="{10AC08BA-61DA-4D87-AD34-6FC3B2C36024}" type="presParOf" srcId="{5820EE7F-AEA0-3E48-B9D6-424BD60081AD}" destId="{93EB40CF-C469-C042-9AAC-9E65599A2A8E}" srcOrd="0" destOrd="0" presId="urn:microsoft.com/office/officeart/2005/8/layout/hierarchy1"/>
    <dgm:cxn modelId="{DE985E54-0977-4774-A996-781CF98265F7}" type="presParOf" srcId="{5820EE7F-AEA0-3E48-B9D6-424BD60081AD}" destId="{265B3781-273D-0148-87CB-FBE8B43D31EF}" srcOrd="1" destOrd="0" presId="urn:microsoft.com/office/officeart/2005/8/layout/hierarchy1"/>
    <dgm:cxn modelId="{466DE136-4E81-4B8F-B90B-4A97DDC11EEA}" type="presParOf" srcId="{C8E5C753-0B0D-8E4A-87C9-0512E2387AAE}" destId="{5C49ECAC-5568-E44A-857C-15EC9EF0E8A5}" srcOrd="1" destOrd="0" presId="urn:microsoft.com/office/officeart/2005/8/layout/hierarchy1"/>
    <dgm:cxn modelId="{5E09790E-B202-4CA8-B36C-E737762A70D5}" type="presParOf" srcId="{5C49ECAC-5568-E44A-857C-15EC9EF0E8A5}" destId="{564C0382-73AB-AD40-BC20-ACDA75959C27}" srcOrd="0" destOrd="0" presId="urn:microsoft.com/office/officeart/2005/8/layout/hierarchy1"/>
    <dgm:cxn modelId="{54800DB7-9ABF-4577-AF03-4849F624D931}" type="presParOf" srcId="{5C49ECAC-5568-E44A-857C-15EC9EF0E8A5}" destId="{10F1810C-02FC-0744-9E7D-3799BAC81C6A}" srcOrd="1" destOrd="0" presId="urn:microsoft.com/office/officeart/2005/8/layout/hierarchy1"/>
    <dgm:cxn modelId="{8680A81D-B408-468F-8F65-003ACC1B2AC8}" type="presParOf" srcId="{10F1810C-02FC-0744-9E7D-3799BAC81C6A}" destId="{D5498994-C2A0-3C4E-A4A7-D16EB2379558}" srcOrd="0" destOrd="0" presId="urn:microsoft.com/office/officeart/2005/8/layout/hierarchy1"/>
    <dgm:cxn modelId="{95D55C0C-B50D-4350-82CD-38F010E65D52}" type="presParOf" srcId="{D5498994-C2A0-3C4E-A4A7-D16EB2379558}" destId="{98C76165-9034-1643-9104-9B92F7A95E7E}" srcOrd="0" destOrd="0" presId="urn:microsoft.com/office/officeart/2005/8/layout/hierarchy1"/>
    <dgm:cxn modelId="{F6EBD802-A47B-41E8-A366-B6B9179A1C31}" type="presParOf" srcId="{D5498994-C2A0-3C4E-A4A7-D16EB2379558}" destId="{F1BC48F8-BC78-354B-8D25-7D5CBB308992}" srcOrd="1" destOrd="0" presId="urn:microsoft.com/office/officeart/2005/8/layout/hierarchy1"/>
    <dgm:cxn modelId="{B434AE43-B47C-464E-B8D9-A1C54B8A6589}" type="presParOf" srcId="{10F1810C-02FC-0744-9E7D-3799BAC81C6A}" destId="{0EDC9799-1D2B-AD42-A6DC-713273D15719}" srcOrd="1" destOrd="0" presId="urn:microsoft.com/office/officeart/2005/8/layout/hierarchy1"/>
    <dgm:cxn modelId="{0F897540-B713-498C-899E-4E991BAFEBC1}" type="presParOf" srcId="{0EDC9799-1D2B-AD42-A6DC-713273D15719}" destId="{C31C142D-CC01-1143-97E8-88E8F2B4524A}" srcOrd="0" destOrd="0" presId="urn:microsoft.com/office/officeart/2005/8/layout/hierarchy1"/>
    <dgm:cxn modelId="{614E3735-2676-4325-9F7B-F48AC4615DF7}" type="presParOf" srcId="{0EDC9799-1D2B-AD42-A6DC-713273D15719}" destId="{26E33841-EF6B-1448-81F7-61C34CE82128}" srcOrd="1" destOrd="0" presId="urn:microsoft.com/office/officeart/2005/8/layout/hierarchy1"/>
    <dgm:cxn modelId="{D607697E-1006-4C61-AB40-9E8B66486E68}" type="presParOf" srcId="{26E33841-EF6B-1448-81F7-61C34CE82128}" destId="{783C22AC-5289-D94B-9E76-2851D2F1783E}" srcOrd="0" destOrd="0" presId="urn:microsoft.com/office/officeart/2005/8/layout/hierarchy1"/>
    <dgm:cxn modelId="{2BE061C3-F411-4C31-957E-4FE02D528957}" type="presParOf" srcId="{783C22AC-5289-D94B-9E76-2851D2F1783E}" destId="{44BEB450-4BCD-F54F-A322-73AA595A8A41}" srcOrd="0" destOrd="0" presId="urn:microsoft.com/office/officeart/2005/8/layout/hierarchy1"/>
    <dgm:cxn modelId="{B0732FE6-2401-432F-BFBC-5D943CBB65C6}" type="presParOf" srcId="{783C22AC-5289-D94B-9E76-2851D2F1783E}" destId="{082858DA-3FBC-224B-94F4-A3E62BFB3CA0}" srcOrd="1" destOrd="0" presId="urn:microsoft.com/office/officeart/2005/8/layout/hierarchy1"/>
    <dgm:cxn modelId="{CC38D681-05D5-40C1-8BC5-C06E7DC8EE83}" type="presParOf" srcId="{26E33841-EF6B-1448-81F7-61C34CE82128}" destId="{7629E604-018F-5242-B3CC-BC899D593649}" srcOrd="1" destOrd="0" presId="urn:microsoft.com/office/officeart/2005/8/layout/hierarchy1"/>
    <dgm:cxn modelId="{D7D91925-E5FA-4630-A0FD-7CAC91B7FE83}" type="presParOf" srcId="{0EDC9799-1D2B-AD42-A6DC-713273D15719}" destId="{7D68BC0A-EDF7-E349-B498-3CBB7AA07288}" srcOrd="2" destOrd="0" presId="urn:microsoft.com/office/officeart/2005/8/layout/hierarchy1"/>
    <dgm:cxn modelId="{B77D0688-083A-4546-BDD8-E06412CED638}" type="presParOf" srcId="{0EDC9799-1D2B-AD42-A6DC-713273D15719}" destId="{6BD3E0B7-5C33-314F-9AE1-8FB84560DB2A}" srcOrd="3" destOrd="0" presId="urn:microsoft.com/office/officeart/2005/8/layout/hierarchy1"/>
    <dgm:cxn modelId="{8118D850-C716-4A5F-9CAA-A0332477476D}" type="presParOf" srcId="{6BD3E0B7-5C33-314F-9AE1-8FB84560DB2A}" destId="{575676E5-BDCB-D34D-9698-BB8D578C3BE3}" srcOrd="0" destOrd="0" presId="urn:microsoft.com/office/officeart/2005/8/layout/hierarchy1"/>
    <dgm:cxn modelId="{F88BB4E2-0232-4C78-8EBC-1467C0145E8C}" type="presParOf" srcId="{575676E5-BDCB-D34D-9698-BB8D578C3BE3}" destId="{FEEC3C17-77DE-4445-9F57-EC26BC3F2F4C}" srcOrd="0" destOrd="0" presId="urn:microsoft.com/office/officeart/2005/8/layout/hierarchy1"/>
    <dgm:cxn modelId="{A8C13F68-8A98-4234-A0A7-EBE6B48080EF}" type="presParOf" srcId="{575676E5-BDCB-D34D-9698-BB8D578C3BE3}" destId="{8EEDF970-CC88-124A-A9E9-A1462E464C5C}" srcOrd="1" destOrd="0" presId="urn:microsoft.com/office/officeart/2005/8/layout/hierarchy1"/>
    <dgm:cxn modelId="{1F000339-BEA4-4D95-BF2A-F04C323E693A}" type="presParOf" srcId="{6BD3E0B7-5C33-314F-9AE1-8FB84560DB2A}" destId="{5E414DC5-BB3A-894D-9574-4858C7DCC085}" srcOrd="1" destOrd="0" presId="urn:microsoft.com/office/officeart/2005/8/layout/hierarchy1"/>
    <dgm:cxn modelId="{AFB19218-1458-4F6F-898C-16DC2F0567E8}" type="presParOf" srcId="{0EDC9799-1D2B-AD42-A6DC-713273D15719}" destId="{475B8ADC-7E58-406F-8053-B2ABE44CEED7}" srcOrd="4" destOrd="0" presId="urn:microsoft.com/office/officeart/2005/8/layout/hierarchy1"/>
    <dgm:cxn modelId="{BEC6BF8A-0A5E-4F26-A8D9-DD40ECCEE018}" type="presParOf" srcId="{0EDC9799-1D2B-AD42-A6DC-713273D15719}" destId="{086BB8B7-AD06-4F2B-92A6-B2DC7DCA253F}" srcOrd="5" destOrd="0" presId="urn:microsoft.com/office/officeart/2005/8/layout/hierarchy1"/>
    <dgm:cxn modelId="{7CA6B533-DD7D-4231-9D9E-C1CD19572EF0}" type="presParOf" srcId="{086BB8B7-AD06-4F2B-92A6-B2DC7DCA253F}" destId="{D8926CE1-5FD1-42C7-A1C0-A3B09F99EA09}" srcOrd="0" destOrd="0" presId="urn:microsoft.com/office/officeart/2005/8/layout/hierarchy1"/>
    <dgm:cxn modelId="{27083AE2-A402-4C1E-8CC4-8E6C8E1732B7}" type="presParOf" srcId="{D8926CE1-5FD1-42C7-A1C0-A3B09F99EA09}" destId="{5C5D4E81-0A56-48C5-ACB5-5A6165BE46EE}" srcOrd="0" destOrd="0" presId="urn:microsoft.com/office/officeart/2005/8/layout/hierarchy1"/>
    <dgm:cxn modelId="{8164BB36-8CF6-4E8C-AB4F-C1316B422146}" type="presParOf" srcId="{D8926CE1-5FD1-42C7-A1C0-A3B09F99EA09}" destId="{56687D85-7339-4A46-AF36-42A2BACA2188}" srcOrd="1" destOrd="0" presId="urn:microsoft.com/office/officeart/2005/8/layout/hierarchy1"/>
    <dgm:cxn modelId="{32F08C33-F537-43E5-947B-0CE71E6A82D4}" type="presParOf" srcId="{086BB8B7-AD06-4F2B-92A6-B2DC7DCA253F}" destId="{40ED854F-EF4D-4A02-8ADC-1D0ABE74DC04}" srcOrd="1" destOrd="0" presId="urn:microsoft.com/office/officeart/2005/8/layout/hierarchy1"/>
    <dgm:cxn modelId="{1A3962EC-7333-4FAA-B010-EC636D82BF6E}" type="presParOf" srcId="{5C49ECAC-5568-E44A-857C-15EC9EF0E8A5}" destId="{CFFA7558-0139-FA4C-979C-AB56256C62DB}" srcOrd="2" destOrd="0" presId="urn:microsoft.com/office/officeart/2005/8/layout/hierarchy1"/>
    <dgm:cxn modelId="{EE339761-FC4E-4594-AAB3-8CDC11DCC294}" type="presParOf" srcId="{5C49ECAC-5568-E44A-857C-15EC9EF0E8A5}" destId="{6EC83D77-56A9-104D-AE1E-CD057355C747}" srcOrd="3" destOrd="0" presId="urn:microsoft.com/office/officeart/2005/8/layout/hierarchy1"/>
    <dgm:cxn modelId="{701298FB-D6A1-44C9-A9A5-8C9ABDF288BA}" type="presParOf" srcId="{6EC83D77-56A9-104D-AE1E-CD057355C747}" destId="{DC8CD46E-7392-1744-84C8-9E787FE21689}" srcOrd="0" destOrd="0" presId="urn:microsoft.com/office/officeart/2005/8/layout/hierarchy1"/>
    <dgm:cxn modelId="{27D3605D-0055-4D4E-99F7-418E12ADD5CD}" type="presParOf" srcId="{DC8CD46E-7392-1744-84C8-9E787FE21689}" destId="{10ED8AD8-C95D-7F46-8284-6BFFCB8023D0}" srcOrd="0" destOrd="0" presId="urn:microsoft.com/office/officeart/2005/8/layout/hierarchy1"/>
    <dgm:cxn modelId="{75EA818B-B9A5-4E4B-A46E-34F78B33FD5F}" type="presParOf" srcId="{DC8CD46E-7392-1744-84C8-9E787FE21689}" destId="{CE004470-AE31-6542-BE4E-74C32357678F}" srcOrd="1" destOrd="0" presId="urn:microsoft.com/office/officeart/2005/8/layout/hierarchy1"/>
    <dgm:cxn modelId="{40136A80-DFEB-4BD7-A7DC-B08F4C19DFE1}" type="presParOf" srcId="{6EC83D77-56A9-104D-AE1E-CD057355C747}" destId="{05B32D1F-AA47-BD4B-9861-CEB2BA77339A}" srcOrd="1" destOrd="0" presId="urn:microsoft.com/office/officeart/2005/8/layout/hierarchy1"/>
    <dgm:cxn modelId="{AE3128B2-F24B-4535-86B3-A4D7C5F5EAF8}" type="presParOf" srcId="{05B32D1F-AA47-BD4B-9861-CEB2BA77339A}" destId="{174D4A2F-9BFD-8B4F-A3F7-0D2A7E4C3E7E}" srcOrd="0" destOrd="0" presId="urn:microsoft.com/office/officeart/2005/8/layout/hierarchy1"/>
    <dgm:cxn modelId="{E89E1F63-69AA-46A6-A43A-35937734003B}" type="presParOf" srcId="{05B32D1F-AA47-BD4B-9861-CEB2BA77339A}" destId="{196731D4-7E5D-6145-ABEB-A5EEBB5B68CD}" srcOrd="1" destOrd="0" presId="urn:microsoft.com/office/officeart/2005/8/layout/hierarchy1"/>
    <dgm:cxn modelId="{1BD0265C-4C49-419D-A4CD-D2F90CF9418B}" type="presParOf" srcId="{196731D4-7E5D-6145-ABEB-A5EEBB5B68CD}" destId="{4B64F7C2-5DAB-AD4A-AE85-632E15C47654}" srcOrd="0" destOrd="0" presId="urn:microsoft.com/office/officeart/2005/8/layout/hierarchy1"/>
    <dgm:cxn modelId="{07AC85D3-0BD9-4FF9-9722-B5A4A4175386}" type="presParOf" srcId="{4B64F7C2-5DAB-AD4A-AE85-632E15C47654}" destId="{6E16703E-D480-984D-B802-173E140186A1}" srcOrd="0" destOrd="0" presId="urn:microsoft.com/office/officeart/2005/8/layout/hierarchy1"/>
    <dgm:cxn modelId="{E8D40E4F-D926-4BDD-A674-B29917A595BF}" type="presParOf" srcId="{4B64F7C2-5DAB-AD4A-AE85-632E15C47654}" destId="{1335637A-7683-4A41-B519-CE080C5D3C7D}" srcOrd="1" destOrd="0" presId="urn:microsoft.com/office/officeart/2005/8/layout/hierarchy1"/>
    <dgm:cxn modelId="{627AB318-6164-4EB5-A137-D5613499E3C2}" type="presParOf" srcId="{196731D4-7E5D-6145-ABEB-A5EEBB5B68CD}" destId="{9F81CD06-620E-2440-B2AF-59194600DD49}" srcOrd="1" destOrd="0" presId="urn:microsoft.com/office/officeart/2005/8/layout/hierarchy1"/>
    <dgm:cxn modelId="{415A3F6D-8C36-420D-9196-C943898C06E8}" type="presParOf" srcId="{05B32D1F-AA47-BD4B-9861-CEB2BA77339A}" destId="{A174D04D-B60D-7348-8B58-A47928E619EC}" srcOrd="2" destOrd="0" presId="urn:microsoft.com/office/officeart/2005/8/layout/hierarchy1"/>
    <dgm:cxn modelId="{A444391C-F96D-4F58-AD68-DEDFD1C7B91F}" type="presParOf" srcId="{05B32D1F-AA47-BD4B-9861-CEB2BA77339A}" destId="{30A85658-0530-CB42-B571-1E87CC91D0E4}" srcOrd="3" destOrd="0" presId="urn:microsoft.com/office/officeart/2005/8/layout/hierarchy1"/>
    <dgm:cxn modelId="{9024C052-FF82-41E4-B5F6-57342D6B8134}" type="presParOf" srcId="{30A85658-0530-CB42-B571-1E87CC91D0E4}" destId="{E0024918-00B1-2340-BC03-724DBBE99F0A}" srcOrd="0" destOrd="0" presId="urn:microsoft.com/office/officeart/2005/8/layout/hierarchy1"/>
    <dgm:cxn modelId="{5F5F64C6-82BD-4266-936C-9EC156CDECB8}" type="presParOf" srcId="{E0024918-00B1-2340-BC03-724DBBE99F0A}" destId="{9BB62355-7E98-FF48-B43F-443943F5FC67}" srcOrd="0" destOrd="0" presId="urn:microsoft.com/office/officeart/2005/8/layout/hierarchy1"/>
    <dgm:cxn modelId="{7EFBB621-28E9-4579-B87D-5CC430E2D124}" type="presParOf" srcId="{E0024918-00B1-2340-BC03-724DBBE99F0A}" destId="{98149894-16C1-9849-9F1D-7F8F3F75A8FC}" srcOrd="1" destOrd="0" presId="urn:microsoft.com/office/officeart/2005/8/layout/hierarchy1"/>
    <dgm:cxn modelId="{4BA0465D-DF88-427B-AD81-3D8736F690E1}" type="presParOf" srcId="{30A85658-0530-CB42-B571-1E87CC91D0E4}" destId="{99C4F68D-F73D-6A4E-BE4F-1FE4355B995F}" srcOrd="1" destOrd="0" presId="urn:microsoft.com/office/officeart/2005/8/layout/hierarchy1"/>
    <dgm:cxn modelId="{45926C6A-E586-4F22-804F-CBF986B70BE8}" type="presParOf" srcId="{05B32D1F-AA47-BD4B-9861-CEB2BA77339A}" destId="{E2CD4462-F0C6-4B43-9B77-3211BA022417}" srcOrd="4" destOrd="0" presId="urn:microsoft.com/office/officeart/2005/8/layout/hierarchy1"/>
    <dgm:cxn modelId="{7B48823B-2B78-4648-801C-04E182F0484B}" type="presParOf" srcId="{05B32D1F-AA47-BD4B-9861-CEB2BA77339A}" destId="{08080D38-0204-9C4A-92FB-3C366F00C440}" srcOrd="5" destOrd="0" presId="urn:microsoft.com/office/officeart/2005/8/layout/hierarchy1"/>
    <dgm:cxn modelId="{258ED981-9AA0-4850-82DC-8ED71E7779B5}" type="presParOf" srcId="{08080D38-0204-9C4A-92FB-3C366F00C440}" destId="{FDA12B9F-7C66-DB4A-8536-4921795A1CBB}" srcOrd="0" destOrd="0" presId="urn:microsoft.com/office/officeart/2005/8/layout/hierarchy1"/>
    <dgm:cxn modelId="{EF21A2ED-D4C2-45F9-A3BD-FA8670B6D5E0}" type="presParOf" srcId="{FDA12B9F-7C66-DB4A-8536-4921795A1CBB}" destId="{06B3B77D-83B7-4F4F-A505-FD6E2141620B}" srcOrd="0" destOrd="0" presId="urn:microsoft.com/office/officeart/2005/8/layout/hierarchy1"/>
    <dgm:cxn modelId="{57A6AB0B-461A-4F57-9804-8F308ECBC00E}" type="presParOf" srcId="{FDA12B9F-7C66-DB4A-8536-4921795A1CBB}" destId="{EACE96B3-4D7B-5841-A0E5-AF7D060742AB}" srcOrd="1" destOrd="0" presId="urn:microsoft.com/office/officeart/2005/8/layout/hierarchy1"/>
    <dgm:cxn modelId="{DF801C9C-71FB-492C-8174-524F136709AC}" type="presParOf" srcId="{08080D38-0204-9C4A-92FB-3C366F00C440}" destId="{C87E8C82-A391-6047-AF70-E034A283C4E6}" srcOrd="1" destOrd="0" presId="urn:microsoft.com/office/officeart/2005/8/layout/hierarchy1"/>
    <dgm:cxn modelId="{6B9B3BDE-D1EF-4B80-A966-9BDB757C9833}" type="presParOf" srcId="{5C49ECAC-5568-E44A-857C-15EC9EF0E8A5}" destId="{BAE9D8D9-F63B-0243-A497-F16166EB0CBB}" srcOrd="4" destOrd="0" presId="urn:microsoft.com/office/officeart/2005/8/layout/hierarchy1"/>
    <dgm:cxn modelId="{AEE59D0A-054A-447F-892D-4F3E5F1BF962}" type="presParOf" srcId="{5C49ECAC-5568-E44A-857C-15EC9EF0E8A5}" destId="{7D3F5C1B-61DC-AD42-8AE5-BEEE45F0D2A2}" srcOrd="5" destOrd="0" presId="urn:microsoft.com/office/officeart/2005/8/layout/hierarchy1"/>
    <dgm:cxn modelId="{FA8105D2-4C13-4196-9468-462B5125FAE2}" type="presParOf" srcId="{7D3F5C1B-61DC-AD42-8AE5-BEEE45F0D2A2}" destId="{AC665988-D2DC-E14F-B467-28ADF91F8F15}" srcOrd="0" destOrd="0" presId="urn:microsoft.com/office/officeart/2005/8/layout/hierarchy1"/>
    <dgm:cxn modelId="{03D2E0CA-8377-4C7D-AAB4-0770CF8FDADC}" type="presParOf" srcId="{AC665988-D2DC-E14F-B467-28ADF91F8F15}" destId="{B1AEAF6C-B8B1-1748-805C-DEA9F80466AD}" srcOrd="0" destOrd="0" presId="urn:microsoft.com/office/officeart/2005/8/layout/hierarchy1"/>
    <dgm:cxn modelId="{6C0491D8-2FEB-4809-B778-B49DBED98E54}" type="presParOf" srcId="{AC665988-D2DC-E14F-B467-28ADF91F8F15}" destId="{C9D855B1-F204-3449-A0AB-C83C199BFD6B}" srcOrd="1" destOrd="0" presId="urn:microsoft.com/office/officeart/2005/8/layout/hierarchy1"/>
    <dgm:cxn modelId="{4F862D30-A38C-4718-B77F-4D1F57AE1B3F}" type="presParOf" srcId="{7D3F5C1B-61DC-AD42-8AE5-BEEE45F0D2A2}" destId="{158DD9B6-60BC-2441-9B3A-ABE4E09BA18B}" srcOrd="1" destOrd="0" presId="urn:microsoft.com/office/officeart/2005/8/layout/hierarchy1"/>
    <dgm:cxn modelId="{5024DA32-929D-4CEA-95B6-B4AD7931CE00}" type="presParOf" srcId="{158DD9B6-60BC-2441-9B3A-ABE4E09BA18B}" destId="{4C4AF905-DDF4-E241-A58B-D9F5E626544B}" srcOrd="0" destOrd="0" presId="urn:microsoft.com/office/officeart/2005/8/layout/hierarchy1"/>
    <dgm:cxn modelId="{ECEBA521-00DB-4B72-8D0D-838D4EFF0916}" type="presParOf" srcId="{158DD9B6-60BC-2441-9B3A-ABE4E09BA18B}" destId="{96F9D759-329B-8447-ACE3-1D1908AF39CA}" srcOrd="1" destOrd="0" presId="urn:microsoft.com/office/officeart/2005/8/layout/hierarchy1"/>
    <dgm:cxn modelId="{C932D74B-B9FB-44A3-9877-ABE2B3528466}" type="presParOf" srcId="{96F9D759-329B-8447-ACE3-1D1908AF39CA}" destId="{5B31A2F8-731F-3142-9250-68B25B08921B}" srcOrd="0" destOrd="0" presId="urn:microsoft.com/office/officeart/2005/8/layout/hierarchy1"/>
    <dgm:cxn modelId="{EE87608D-A4CA-4F6E-9864-E12B2E016B06}" type="presParOf" srcId="{5B31A2F8-731F-3142-9250-68B25B08921B}" destId="{D69C27FE-178C-0B44-8F16-561617AC1399}" srcOrd="0" destOrd="0" presId="urn:microsoft.com/office/officeart/2005/8/layout/hierarchy1"/>
    <dgm:cxn modelId="{0793B642-5DB4-4257-A4C6-CD467A45E8E2}" type="presParOf" srcId="{5B31A2F8-731F-3142-9250-68B25B08921B}" destId="{D868DAD2-E310-8F43-A407-6333AC65E4ED}" srcOrd="1" destOrd="0" presId="urn:microsoft.com/office/officeart/2005/8/layout/hierarchy1"/>
    <dgm:cxn modelId="{1F7725AD-D18E-41D0-8A1F-51B293242AE2}" type="presParOf" srcId="{96F9D759-329B-8447-ACE3-1D1908AF39CA}" destId="{E43D8B10-5787-D14E-B9FA-E7D8EE6FDE4F}" srcOrd="1" destOrd="0" presId="urn:microsoft.com/office/officeart/2005/8/layout/hierarchy1"/>
    <dgm:cxn modelId="{0FCCD370-CE31-4FE0-AAF1-49F867717F19}" type="presParOf" srcId="{E43D8B10-5787-D14E-B9FA-E7D8EE6FDE4F}" destId="{5F7EDAEE-AFB2-1145-9746-5AE19E9F92D3}" srcOrd="0" destOrd="0" presId="urn:microsoft.com/office/officeart/2005/8/layout/hierarchy1"/>
    <dgm:cxn modelId="{DF89AC87-4C99-484E-96D8-DE1A2CDE18BA}" type="presParOf" srcId="{E43D8B10-5787-D14E-B9FA-E7D8EE6FDE4F}" destId="{F0EA369D-6E0F-574B-A3F0-572551C74A3F}" srcOrd="1" destOrd="0" presId="urn:microsoft.com/office/officeart/2005/8/layout/hierarchy1"/>
    <dgm:cxn modelId="{520AD78A-3F28-415E-BFC6-8CCA548DA5D5}" type="presParOf" srcId="{F0EA369D-6E0F-574B-A3F0-572551C74A3F}" destId="{C25B6143-95B1-264C-97D6-00D6662E4060}" srcOrd="0" destOrd="0" presId="urn:microsoft.com/office/officeart/2005/8/layout/hierarchy1"/>
    <dgm:cxn modelId="{B558DFC0-B7F8-41F4-9B68-20D9CE560CC2}" type="presParOf" srcId="{C25B6143-95B1-264C-97D6-00D6662E4060}" destId="{27CAD266-EAE3-2A42-904D-42C85764CE0C}" srcOrd="0" destOrd="0" presId="urn:microsoft.com/office/officeart/2005/8/layout/hierarchy1"/>
    <dgm:cxn modelId="{FF676D79-5EE1-4E8A-966E-E2F4E93790BF}" type="presParOf" srcId="{C25B6143-95B1-264C-97D6-00D6662E4060}" destId="{3FFFB191-7A5B-F648-9ADA-E2E297B6B27E}" srcOrd="1" destOrd="0" presId="urn:microsoft.com/office/officeart/2005/8/layout/hierarchy1"/>
    <dgm:cxn modelId="{8DB8BDB8-AA1C-4584-897F-443B6B117AE6}" type="presParOf" srcId="{F0EA369D-6E0F-574B-A3F0-572551C74A3F}" destId="{D8EBBF63-6A1E-BF47-8620-76A6ADA637B3}" srcOrd="1" destOrd="0" presId="urn:microsoft.com/office/officeart/2005/8/layout/hierarchy1"/>
    <dgm:cxn modelId="{0648B996-4F8B-4E18-B37A-403764CB3929}" type="presParOf" srcId="{D8EBBF63-6A1E-BF47-8620-76A6ADA637B3}" destId="{059FE831-3934-AA4C-81D9-A1165D6BA533}" srcOrd="0" destOrd="0" presId="urn:microsoft.com/office/officeart/2005/8/layout/hierarchy1"/>
    <dgm:cxn modelId="{3346D053-E65F-4C18-83B4-041A6AEA5C35}" type="presParOf" srcId="{D8EBBF63-6A1E-BF47-8620-76A6ADA637B3}" destId="{E277D6FD-6DCB-5543-93AA-93EA8001A69C}" srcOrd="1" destOrd="0" presId="urn:microsoft.com/office/officeart/2005/8/layout/hierarchy1"/>
    <dgm:cxn modelId="{90C3F17F-2F47-4041-9042-9045DBB98085}" type="presParOf" srcId="{E277D6FD-6DCB-5543-93AA-93EA8001A69C}" destId="{5D83A187-D480-4746-BCFA-6A3C92B5A341}" srcOrd="0" destOrd="0" presId="urn:microsoft.com/office/officeart/2005/8/layout/hierarchy1"/>
    <dgm:cxn modelId="{CE9B578C-E534-428C-90A2-926D3F3AA1D1}" type="presParOf" srcId="{5D83A187-D480-4746-BCFA-6A3C92B5A341}" destId="{B98F8870-53AF-2E47-8DC4-D3880E39DAC2}" srcOrd="0" destOrd="0" presId="urn:microsoft.com/office/officeart/2005/8/layout/hierarchy1"/>
    <dgm:cxn modelId="{85D440BE-36C4-4A1B-83A3-2A720DBEDAA5}" type="presParOf" srcId="{5D83A187-D480-4746-BCFA-6A3C92B5A341}" destId="{C600CFF6-A683-1446-81BA-585206CB3A42}" srcOrd="1" destOrd="0" presId="urn:microsoft.com/office/officeart/2005/8/layout/hierarchy1"/>
    <dgm:cxn modelId="{31B95989-A854-44F8-89C3-87740594B366}" type="presParOf" srcId="{E277D6FD-6DCB-5543-93AA-93EA8001A69C}" destId="{A8343A08-0A89-5743-BD27-4D119D91232D}" srcOrd="1" destOrd="0" presId="urn:microsoft.com/office/officeart/2005/8/layout/hierarchy1"/>
    <dgm:cxn modelId="{7C03AFA9-D1DB-4167-B8B4-467EE83F0114}" type="presParOf" srcId="{D8EBBF63-6A1E-BF47-8620-76A6ADA637B3}" destId="{A50E9863-A52D-9549-A655-6F56C7EA8276}" srcOrd="2" destOrd="0" presId="urn:microsoft.com/office/officeart/2005/8/layout/hierarchy1"/>
    <dgm:cxn modelId="{683F3289-140A-48A8-B16D-58CE2EA46014}" type="presParOf" srcId="{D8EBBF63-6A1E-BF47-8620-76A6ADA637B3}" destId="{014B64B1-862B-1F40-8525-ECD3E67D97D9}" srcOrd="3" destOrd="0" presId="urn:microsoft.com/office/officeart/2005/8/layout/hierarchy1"/>
    <dgm:cxn modelId="{A5EA3067-D57F-4DE8-B77A-19467227E7A0}" type="presParOf" srcId="{014B64B1-862B-1F40-8525-ECD3E67D97D9}" destId="{5A66841A-B8BE-E244-99D3-DB1E85E10C35}" srcOrd="0" destOrd="0" presId="urn:microsoft.com/office/officeart/2005/8/layout/hierarchy1"/>
    <dgm:cxn modelId="{D8314665-AE7B-43E6-A8B4-93127CED5390}" type="presParOf" srcId="{5A66841A-B8BE-E244-99D3-DB1E85E10C35}" destId="{C320C1A5-5933-7346-8BDE-9AEE18EED0D5}" srcOrd="0" destOrd="0" presId="urn:microsoft.com/office/officeart/2005/8/layout/hierarchy1"/>
    <dgm:cxn modelId="{582035B9-80A0-4FAD-AEFE-7348F2747374}" type="presParOf" srcId="{5A66841A-B8BE-E244-99D3-DB1E85E10C35}" destId="{3F869B66-BEF4-EA49-A760-429C1E32A4A8}" srcOrd="1" destOrd="0" presId="urn:microsoft.com/office/officeart/2005/8/layout/hierarchy1"/>
    <dgm:cxn modelId="{300401D4-0BB4-4E8B-884E-4DAAF2CD555E}" type="presParOf" srcId="{014B64B1-862B-1F40-8525-ECD3E67D97D9}" destId="{D5983698-DEAC-0047-BC3F-2C489D8B80B9}" srcOrd="1" destOrd="0" presId="urn:microsoft.com/office/officeart/2005/8/layout/hierarchy1"/>
    <dgm:cxn modelId="{254655D0-6A13-4BDF-BAA7-90C8F1870545}" type="presParOf" srcId="{D8EBBF63-6A1E-BF47-8620-76A6ADA637B3}" destId="{984D623A-B6C1-EF4D-B38B-A09708FA56E0}" srcOrd="4" destOrd="0" presId="urn:microsoft.com/office/officeart/2005/8/layout/hierarchy1"/>
    <dgm:cxn modelId="{A86F42C2-9EAC-431B-BADA-271468AE24E3}" type="presParOf" srcId="{D8EBBF63-6A1E-BF47-8620-76A6ADA637B3}" destId="{9308F059-D3CD-5944-8EA1-C9826AE7085F}" srcOrd="5" destOrd="0" presId="urn:microsoft.com/office/officeart/2005/8/layout/hierarchy1"/>
    <dgm:cxn modelId="{D75CAB56-ED5D-4088-AE33-9950502B98DD}" type="presParOf" srcId="{9308F059-D3CD-5944-8EA1-C9826AE7085F}" destId="{FEF2D0AB-F9C7-9B40-AE96-35367F6DB3C5}" srcOrd="0" destOrd="0" presId="urn:microsoft.com/office/officeart/2005/8/layout/hierarchy1"/>
    <dgm:cxn modelId="{A8386012-BB32-40D4-A846-E3BF30B3BEF2}" type="presParOf" srcId="{FEF2D0AB-F9C7-9B40-AE96-35367F6DB3C5}" destId="{E8292A70-5998-2848-8036-0475A0D76C22}" srcOrd="0" destOrd="0" presId="urn:microsoft.com/office/officeart/2005/8/layout/hierarchy1"/>
    <dgm:cxn modelId="{826F05D4-5FEC-4EA2-884C-555A5804C14B}" type="presParOf" srcId="{FEF2D0AB-F9C7-9B40-AE96-35367F6DB3C5}" destId="{7FF2E27C-78CE-5D43-AABB-62242276235A}" srcOrd="1" destOrd="0" presId="urn:microsoft.com/office/officeart/2005/8/layout/hierarchy1"/>
    <dgm:cxn modelId="{86B6DB1A-1C14-489B-9E48-7C3E7CA4960D}" type="presParOf" srcId="{9308F059-D3CD-5944-8EA1-C9826AE7085F}" destId="{E22EE871-18D1-2840-991D-EB5118EE4EEB}" srcOrd="1" destOrd="0" presId="urn:microsoft.com/office/officeart/2005/8/layout/hierarchy1"/>
    <dgm:cxn modelId="{F2F7C4E7-339F-4E7B-AAC1-136AEB98E533}" type="presParOf" srcId="{E43D8B10-5787-D14E-B9FA-E7D8EE6FDE4F}" destId="{7A5A9C9D-5743-894D-9DC3-3B769CCB28E8}" srcOrd="2" destOrd="0" presId="urn:microsoft.com/office/officeart/2005/8/layout/hierarchy1"/>
    <dgm:cxn modelId="{82A3A5CD-F778-4697-A3E2-8694793A3C25}" type="presParOf" srcId="{E43D8B10-5787-D14E-B9FA-E7D8EE6FDE4F}" destId="{635B408F-A789-4843-AF4F-742F5C478724}" srcOrd="3" destOrd="0" presId="urn:microsoft.com/office/officeart/2005/8/layout/hierarchy1"/>
    <dgm:cxn modelId="{20DCE489-B9FD-4DF2-8830-9FA7A15A530C}" type="presParOf" srcId="{635B408F-A789-4843-AF4F-742F5C478724}" destId="{5560BF9A-9B6F-1E47-822D-BE50ADE485DF}" srcOrd="0" destOrd="0" presId="urn:microsoft.com/office/officeart/2005/8/layout/hierarchy1"/>
    <dgm:cxn modelId="{3738D595-DAEF-447F-BEE9-5AFE381F6F69}" type="presParOf" srcId="{5560BF9A-9B6F-1E47-822D-BE50ADE485DF}" destId="{B971B8B7-8197-DF40-94B7-D04DF948C93E}" srcOrd="0" destOrd="0" presId="urn:microsoft.com/office/officeart/2005/8/layout/hierarchy1"/>
    <dgm:cxn modelId="{E1FF79F9-B9D9-4682-A7FE-777A9E99B0BE}" type="presParOf" srcId="{5560BF9A-9B6F-1E47-822D-BE50ADE485DF}" destId="{400D3616-5140-9D4A-B0A6-0608E5978375}" srcOrd="1" destOrd="0" presId="urn:microsoft.com/office/officeart/2005/8/layout/hierarchy1"/>
    <dgm:cxn modelId="{02E7A93F-D0F9-4F9D-B8F8-A43B54AA5736}" type="presParOf" srcId="{635B408F-A789-4843-AF4F-742F5C478724}" destId="{94012332-EC24-4549-BD39-17E2E2558455}" srcOrd="1" destOrd="0" presId="urn:microsoft.com/office/officeart/2005/8/layout/hierarchy1"/>
    <dgm:cxn modelId="{1F35B7E9-CBAF-4140-B1C4-41044EA62D30}" type="presParOf" srcId="{158DD9B6-60BC-2441-9B3A-ABE4E09BA18B}" destId="{363CB994-25D6-3343-8FF2-3F44D7B39F3E}" srcOrd="2" destOrd="0" presId="urn:microsoft.com/office/officeart/2005/8/layout/hierarchy1"/>
    <dgm:cxn modelId="{6569B76D-3AA6-4859-9852-6C932B4454F8}" type="presParOf" srcId="{158DD9B6-60BC-2441-9B3A-ABE4E09BA18B}" destId="{0517C462-0F20-474A-999F-2275B7CA1B26}" srcOrd="3" destOrd="0" presId="urn:microsoft.com/office/officeart/2005/8/layout/hierarchy1"/>
    <dgm:cxn modelId="{90BC3938-A311-41EB-AB26-D7F4A0202719}" type="presParOf" srcId="{0517C462-0F20-474A-999F-2275B7CA1B26}" destId="{53C3B555-F63D-CE45-9843-C980835FEDF2}" srcOrd="0" destOrd="0" presId="urn:microsoft.com/office/officeart/2005/8/layout/hierarchy1"/>
    <dgm:cxn modelId="{630BBBA3-57A0-4C8C-A19A-CF300D93F65B}" type="presParOf" srcId="{53C3B555-F63D-CE45-9843-C980835FEDF2}" destId="{6D5BA4A2-8D20-0449-9E98-F0EF444A63FB}" srcOrd="0" destOrd="0" presId="urn:microsoft.com/office/officeart/2005/8/layout/hierarchy1"/>
    <dgm:cxn modelId="{762390FC-2B4F-4BBB-9B09-83E1F4F152B4}" type="presParOf" srcId="{53C3B555-F63D-CE45-9843-C980835FEDF2}" destId="{FBAACFE0-43C6-F245-ADA4-A9A35786F27A}" srcOrd="1" destOrd="0" presId="urn:microsoft.com/office/officeart/2005/8/layout/hierarchy1"/>
    <dgm:cxn modelId="{1E4C45AB-A601-403B-9F96-7F6D85B0721D}" type="presParOf" srcId="{0517C462-0F20-474A-999F-2275B7CA1B26}" destId="{7131125B-E55F-734E-8098-71DEBEEDCC5A}" srcOrd="1" destOrd="0" presId="urn:microsoft.com/office/officeart/2005/8/layout/hierarchy1"/>
    <dgm:cxn modelId="{68EE3F18-95E9-428D-B056-E8A3AD84FFD0}" type="presParOf" srcId="{7131125B-E55F-734E-8098-71DEBEEDCC5A}" destId="{5408A212-47CD-4D46-8FAB-27B848FD240A}" srcOrd="0" destOrd="0" presId="urn:microsoft.com/office/officeart/2005/8/layout/hierarchy1"/>
    <dgm:cxn modelId="{A1A4D3D7-F754-4057-9763-874871EC5304}" type="presParOf" srcId="{7131125B-E55F-734E-8098-71DEBEEDCC5A}" destId="{6DA1E2AD-2C79-CF4A-BF8F-DDC4BC3E8328}" srcOrd="1" destOrd="0" presId="urn:microsoft.com/office/officeart/2005/8/layout/hierarchy1"/>
    <dgm:cxn modelId="{786A73C8-77C0-416B-A690-125D6749D253}" type="presParOf" srcId="{6DA1E2AD-2C79-CF4A-BF8F-DDC4BC3E8328}" destId="{B9EA2B61-DBD5-A141-BC4B-993F0F3A5C66}" srcOrd="0" destOrd="0" presId="urn:microsoft.com/office/officeart/2005/8/layout/hierarchy1"/>
    <dgm:cxn modelId="{5D4FDDED-95B0-4863-B1D4-9F5E8DF8671A}" type="presParOf" srcId="{B9EA2B61-DBD5-A141-BC4B-993F0F3A5C66}" destId="{F7A0C49C-47A1-134D-818D-55E7FE493CB6}" srcOrd="0" destOrd="0" presId="urn:microsoft.com/office/officeart/2005/8/layout/hierarchy1"/>
    <dgm:cxn modelId="{971944CA-4EA6-4A43-B223-352CD5A46522}" type="presParOf" srcId="{B9EA2B61-DBD5-A141-BC4B-993F0F3A5C66}" destId="{37EEB28E-EED4-3D42-B6E7-4F1F94EEB9B5}" srcOrd="1" destOrd="0" presId="urn:microsoft.com/office/officeart/2005/8/layout/hierarchy1"/>
    <dgm:cxn modelId="{E384FF28-211F-4307-BD64-BBF06AE501D4}" type="presParOf" srcId="{6DA1E2AD-2C79-CF4A-BF8F-DDC4BC3E8328}" destId="{5495DD1B-8F92-3E46-8B7A-A4A0FD3EC739}" srcOrd="1" destOrd="0" presId="urn:microsoft.com/office/officeart/2005/8/layout/hierarchy1"/>
    <dgm:cxn modelId="{A01CF494-9B4F-4DF5-94BB-07324EB2ACDC}" type="presParOf" srcId="{5495DD1B-8F92-3E46-8B7A-A4A0FD3EC739}" destId="{337060B7-D3D4-F94E-B389-33AFD88D6377}" srcOrd="0" destOrd="0" presId="urn:microsoft.com/office/officeart/2005/8/layout/hierarchy1"/>
    <dgm:cxn modelId="{1A657236-ABEA-4B7E-9931-2C39C9BAF05F}" type="presParOf" srcId="{5495DD1B-8F92-3E46-8B7A-A4A0FD3EC739}" destId="{B2F0B8DB-094A-CE48-B70D-2EB4DA5FD022}" srcOrd="1" destOrd="0" presId="urn:microsoft.com/office/officeart/2005/8/layout/hierarchy1"/>
    <dgm:cxn modelId="{6106368D-23B5-41F5-A2D8-4B48A8D6D06B}" type="presParOf" srcId="{B2F0B8DB-094A-CE48-B70D-2EB4DA5FD022}" destId="{BFAF98AD-2BE9-C045-9DC6-545127F0E7BF}" srcOrd="0" destOrd="0" presId="urn:microsoft.com/office/officeart/2005/8/layout/hierarchy1"/>
    <dgm:cxn modelId="{2479949E-6B29-43E5-9F79-729737D5F357}" type="presParOf" srcId="{BFAF98AD-2BE9-C045-9DC6-545127F0E7BF}" destId="{2CCD2003-1084-6E45-A16F-8DD22C2F3363}" srcOrd="0" destOrd="0" presId="urn:microsoft.com/office/officeart/2005/8/layout/hierarchy1"/>
    <dgm:cxn modelId="{A09FA0DB-2E3D-4BBE-A694-94284081C118}" type="presParOf" srcId="{BFAF98AD-2BE9-C045-9DC6-545127F0E7BF}" destId="{9870B9CA-F9A5-4E43-AED1-DF454225F6BE}" srcOrd="1" destOrd="0" presId="urn:microsoft.com/office/officeart/2005/8/layout/hierarchy1"/>
    <dgm:cxn modelId="{A386DD83-1EA5-4941-AB15-39B0E17EFE32}" type="presParOf" srcId="{B2F0B8DB-094A-CE48-B70D-2EB4DA5FD022}" destId="{595335F3-78A3-4D46-9FAE-0177047895A2}" srcOrd="1" destOrd="0" presId="urn:microsoft.com/office/officeart/2005/8/layout/hierarchy1"/>
    <dgm:cxn modelId="{49BF77E0-F475-459A-8ADC-6C734D6068EF}" type="presParOf" srcId="{5495DD1B-8F92-3E46-8B7A-A4A0FD3EC739}" destId="{F2409E12-FE7E-0B40-8ED9-46993E014F7D}" srcOrd="2" destOrd="0" presId="urn:microsoft.com/office/officeart/2005/8/layout/hierarchy1"/>
    <dgm:cxn modelId="{1ADE5CEE-F964-48EA-8071-25DCE9942813}" type="presParOf" srcId="{5495DD1B-8F92-3E46-8B7A-A4A0FD3EC739}" destId="{5C727061-6ECD-0646-8CB9-1ECA039C7992}" srcOrd="3" destOrd="0" presId="urn:microsoft.com/office/officeart/2005/8/layout/hierarchy1"/>
    <dgm:cxn modelId="{18686876-27A0-4535-B4B2-D5A7F931DB49}" type="presParOf" srcId="{5C727061-6ECD-0646-8CB9-1ECA039C7992}" destId="{E687696C-B94D-AB46-B894-EAC5BA9F2A3B}" srcOrd="0" destOrd="0" presId="urn:microsoft.com/office/officeart/2005/8/layout/hierarchy1"/>
    <dgm:cxn modelId="{D23C38B9-2EA8-4675-978C-BF0CE607EC21}" type="presParOf" srcId="{E687696C-B94D-AB46-B894-EAC5BA9F2A3B}" destId="{79156C9E-B7D6-044E-BDFF-0A9B633EEE56}" srcOrd="0" destOrd="0" presId="urn:microsoft.com/office/officeart/2005/8/layout/hierarchy1"/>
    <dgm:cxn modelId="{7438BB30-B2F0-4C80-BB04-390372CF0242}" type="presParOf" srcId="{E687696C-B94D-AB46-B894-EAC5BA9F2A3B}" destId="{5735B7E3-EFC1-2649-A353-6DA6C57BE7F2}" srcOrd="1" destOrd="0" presId="urn:microsoft.com/office/officeart/2005/8/layout/hierarchy1"/>
    <dgm:cxn modelId="{4DC83C13-0111-41E6-8D3A-1373CDD0AE2B}" type="presParOf" srcId="{5C727061-6ECD-0646-8CB9-1ECA039C7992}" destId="{878E7CB4-370B-C24B-95F9-B0A6FDC29E0C}" srcOrd="1" destOrd="0" presId="urn:microsoft.com/office/officeart/2005/8/layout/hierarchy1"/>
    <dgm:cxn modelId="{44CEE663-6359-4702-B3BF-35BAD740CB9F}" type="presParOf" srcId="{5495DD1B-8F92-3E46-8B7A-A4A0FD3EC739}" destId="{F693BDAA-9A8E-FC45-932B-DEA151ED6822}" srcOrd="4" destOrd="0" presId="urn:microsoft.com/office/officeart/2005/8/layout/hierarchy1"/>
    <dgm:cxn modelId="{1CB6E01B-4F21-46B2-BACB-3C09D5DE61A4}" type="presParOf" srcId="{5495DD1B-8F92-3E46-8B7A-A4A0FD3EC739}" destId="{6650A149-B299-6E43-961A-E2FE500539D9}" srcOrd="5" destOrd="0" presId="urn:microsoft.com/office/officeart/2005/8/layout/hierarchy1"/>
    <dgm:cxn modelId="{58BBF326-FC9B-4622-A63A-E5F38CD6DB17}" type="presParOf" srcId="{6650A149-B299-6E43-961A-E2FE500539D9}" destId="{213DB7BE-979D-2E4D-8A13-5430705A0393}" srcOrd="0" destOrd="0" presId="urn:microsoft.com/office/officeart/2005/8/layout/hierarchy1"/>
    <dgm:cxn modelId="{17311122-C5A3-420F-AD15-BD3645537856}" type="presParOf" srcId="{213DB7BE-979D-2E4D-8A13-5430705A0393}" destId="{C19139E1-A0BD-5B49-997C-3539729C0F4B}" srcOrd="0" destOrd="0" presId="urn:microsoft.com/office/officeart/2005/8/layout/hierarchy1"/>
    <dgm:cxn modelId="{FFE27D58-4519-4678-9ADF-9686E50EA9A9}" type="presParOf" srcId="{213DB7BE-979D-2E4D-8A13-5430705A0393}" destId="{83C2F6A7-B8DB-EA4F-8B79-DB7C685DAB41}" srcOrd="1" destOrd="0" presId="urn:microsoft.com/office/officeart/2005/8/layout/hierarchy1"/>
    <dgm:cxn modelId="{17F4975F-5A20-4484-8894-2314B1B7003A}" type="presParOf" srcId="{6650A149-B299-6E43-961A-E2FE500539D9}" destId="{1A519290-889C-734F-BEF1-6FBA89657A64}" srcOrd="1" destOrd="0" presId="urn:microsoft.com/office/officeart/2005/8/layout/hierarchy1"/>
    <dgm:cxn modelId="{E85A92B0-CC8D-4561-BFE1-65FD92FDCED4}" type="presParOf" srcId="{5495DD1B-8F92-3E46-8B7A-A4A0FD3EC739}" destId="{8BBCA62D-46DF-DA41-A721-B30D64F12F51}" srcOrd="6" destOrd="0" presId="urn:microsoft.com/office/officeart/2005/8/layout/hierarchy1"/>
    <dgm:cxn modelId="{C280A12F-F9C5-410D-AA2E-0F0330E3EBF4}" type="presParOf" srcId="{5495DD1B-8F92-3E46-8B7A-A4A0FD3EC739}" destId="{B9830C9A-D20E-564A-A78F-221D5A7BDEDF}" srcOrd="7" destOrd="0" presId="urn:microsoft.com/office/officeart/2005/8/layout/hierarchy1"/>
    <dgm:cxn modelId="{606A3ED6-71AB-4BDD-8613-43D7302146C9}" type="presParOf" srcId="{B9830C9A-D20E-564A-A78F-221D5A7BDEDF}" destId="{A049ED82-7D17-4E4B-801C-7ED2DA9C02C1}" srcOrd="0" destOrd="0" presId="urn:microsoft.com/office/officeart/2005/8/layout/hierarchy1"/>
    <dgm:cxn modelId="{639032F2-5342-4EF5-844A-61E5C06BEEB3}" type="presParOf" srcId="{A049ED82-7D17-4E4B-801C-7ED2DA9C02C1}" destId="{7BC15EF3-0DDB-9343-A8E7-056233817092}" srcOrd="0" destOrd="0" presId="urn:microsoft.com/office/officeart/2005/8/layout/hierarchy1"/>
    <dgm:cxn modelId="{6FD692A3-CDED-46E5-B752-3EFB147AB408}" type="presParOf" srcId="{A049ED82-7D17-4E4B-801C-7ED2DA9C02C1}" destId="{83794B4D-0647-C949-BFC8-EF70C9EBF151}" srcOrd="1" destOrd="0" presId="urn:microsoft.com/office/officeart/2005/8/layout/hierarchy1"/>
    <dgm:cxn modelId="{55B1DC06-390C-416E-AD2C-259083FA2BD5}" type="presParOf" srcId="{B9830C9A-D20E-564A-A78F-221D5A7BDEDF}" destId="{76898DF3-9D6D-1B4C-A727-8F00CFE2E6C5}" srcOrd="1" destOrd="0" presId="urn:microsoft.com/office/officeart/2005/8/layout/hierarchy1"/>
    <dgm:cxn modelId="{D1D66C07-1D0E-4EC2-B00A-FD4DA5523187}" type="presParOf" srcId="{158DD9B6-60BC-2441-9B3A-ABE4E09BA18B}" destId="{F231F884-6F5B-C848-BBFF-43A5940A956B}" srcOrd="4" destOrd="0" presId="urn:microsoft.com/office/officeart/2005/8/layout/hierarchy1"/>
    <dgm:cxn modelId="{BDB6E1CB-4A37-423D-9400-F962A973ECBC}" type="presParOf" srcId="{158DD9B6-60BC-2441-9B3A-ABE4E09BA18B}" destId="{FC86AE72-0A82-8C4B-A673-7708904C4EEF}" srcOrd="5" destOrd="0" presId="urn:microsoft.com/office/officeart/2005/8/layout/hierarchy1"/>
    <dgm:cxn modelId="{E2E6D5F9-16D0-4E75-BC1F-E40137977934}" type="presParOf" srcId="{FC86AE72-0A82-8C4B-A673-7708904C4EEF}" destId="{BC1B8EAF-2F18-E24D-BD86-0D90C97FA9EF}" srcOrd="0" destOrd="0" presId="urn:microsoft.com/office/officeart/2005/8/layout/hierarchy1"/>
    <dgm:cxn modelId="{DB8BB296-D143-4392-ABFE-0F01175FEA22}" type="presParOf" srcId="{BC1B8EAF-2F18-E24D-BD86-0D90C97FA9EF}" destId="{5F730CFB-B1DC-214D-A699-48CA2DB8DCBA}" srcOrd="0" destOrd="0" presId="urn:microsoft.com/office/officeart/2005/8/layout/hierarchy1"/>
    <dgm:cxn modelId="{CCF2155F-C65E-42DB-B2E5-5713E1E01AE5}" type="presParOf" srcId="{BC1B8EAF-2F18-E24D-BD86-0D90C97FA9EF}" destId="{704FCE75-65B4-4940-8049-21723A96BD6C}" srcOrd="1" destOrd="0" presId="urn:microsoft.com/office/officeart/2005/8/layout/hierarchy1"/>
    <dgm:cxn modelId="{725F4D38-0D7D-4AB9-8C3E-903BD7915E80}" type="presParOf" srcId="{FC86AE72-0A82-8C4B-A673-7708904C4EEF}" destId="{95DCBAF7-C96D-DD4C-8429-68EFDDF57072}" srcOrd="1" destOrd="0" presId="urn:microsoft.com/office/officeart/2005/8/layout/hierarchy1"/>
    <dgm:cxn modelId="{C98C961B-69AB-41D9-9891-3972EE6FA81C}" type="presParOf" srcId="{95DCBAF7-C96D-DD4C-8429-68EFDDF57072}" destId="{CB170625-B302-E140-98D5-E17132BB5541}" srcOrd="0" destOrd="0" presId="urn:microsoft.com/office/officeart/2005/8/layout/hierarchy1"/>
    <dgm:cxn modelId="{7394D960-8CD2-4D39-A8C7-9FF02AEA267B}" type="presParOf" srcId="{95DCBAF7-C96D-DD4C-8429-68EFDDF57072}" destId="{E2BBE2FF-B979-4D4B-9A15-C7828622EFAA}" srcOrd="1" destOrd="0" presId="urn:microsoft.com/office/officeart/2005/8/layout/hierarchy1"/>
    <dgm:cxn modelId="{80B5A624-37D5-4A0A-B061-A601955E6B44}" type="presParOf" srcId="{E2BBE2FF-B979-4D4B-9A15-C7828622EFAA}" destId="{2B818E21-30EF-4244-B79C-F797BB845B67}" srcOrd="0" destOrd="0" presId="urn:microsoft.com/office/officeart/2005/8/layout/hierarchy1"/>
    <dgm:cxn modelId="{9DC1C766-605A-43C5-99BD-34968F338CD5}" type="presParOf" srcId="{2B818E21-30EF-4244-B79C-F797BB845B67}" destId="{2DCC3036-0B92-6C48-918D-7A4A72D3008D}" srcOrd="0" destOrd="0" presId="urn:microsoft.com/office/officeart/2005/8/layout/hierarchy1"/>
    <dgm:cxn modelId="{F5BC708F-A117-4B40-8F88-FD50C06E9D7B}" type="presParOf" srcId="{2B818E21-30EF-4244-B79C-F797BB845B67}" destId="{199134CF-3476-EF4E-BA54-83810A8EDF1A}" srcOrd="1" destOrd="0" presId="urn:microsoft.com/office/officeart/2005/8/layout/hierarchy1"/>
    <dgm:cxn modelId="{FA9A89F5-3661-4534-9BF5-DFD2B2FAA622}" type="presParOf" srcId="{E2BBE2FF-B979-4D4B-9A15-C7828622EFAA}" destId="{313DDD89-4E21-8248-B4D4-275E06983B01}" srcOrd="1" destOrd="0" presId="urn:microsoft.com/office/officeart/2005/8/layout/hierarchy1"/>
    <dgm:cxn modelId="{D4890582-3B6E-40E9-972B-F8F483095198}" type="presParOf" srcId="{158DD9B6-60BC-2441-9B3A-ABE4E09BA18B}" destId="{773E929D-AFE4-8B45-A0D1-0E6894D6C807}" srcOrd="6" destOrd="0" presId="urn:microsoft.com/office/officeart/2005/8/layout/hierarchy1"/>
    <dgm:cxn modelId="{7F50941F-450E-4623-B180-66448F5EC9AE}" type="presParOf" srcId="{158DD9B6-60BC-2441-9B3A-ABE4E09BA18B}" destId="{45E85224-B6B6-1340-A27A-FD7BC23F97A6}" srcOrd="7" destOrd="0" presId="urn:microsoft.com/office/officeart/2005/8/layout/hierarchy1"/>
    <dgm:cxn modelId="{7498CE40-CA54-44BB-9733-310D544811EC}" type="presParOf" srcId="{45E85224-B6B6-1340-A27A-FD7BC23F97A6}" destId="{123552EF-AD3C-C24F-868E-356B6CF3F7CF}" srcOrd="0" destOrd="0" presId="urn:microsoft.com/office/officeart/2005/8/layout/hierarchy1"/>
    <dgm:cxn modelId="{5E2E04F1-98B4-4B83-AE73-596073B7BBC3}" type="presParOf" srcId="{123552EF-AD3C-C24F-868E-356B6CF3F7CF}" destId="{E25B53CB-CF47-6D48-8760-6D5D8C409868}" srcOrd="0" destOrd="0" presId="urn:microsoft.com/office/officeart/2005/8/layout/hierarchy1"/>
    <dgm:cxn modelId="{C40EE1FA-B2B0-41B7-8B03-D4A43ED9EA13}" type="presParOf" srcId="{123552EF-AD3C-C24F-868E-356B6CF3F7CF}" destId="{EB5EDA5E-C36B-0D4C-A1AC-CFD58A43DD61}" srcOrd="1" destOrd="0" presId="urn:microsoft.com/office/officeart/2005/8/layout/hierarchy1"/>
    <dgm:cxn modelId="{9E30D006-E880-4DF8-BD44-CBB72C442E98}" type="presParOf" srcId="{45E85224-B6B6-1340-A27A-FD7BC23F97A6}" destId="{D1A7D087-E9C3-9746-8FE6-7E4D4567C94A}" srcOrd="1" destOrd="0" presId="urn:microsoft.com/office/officeart/2005/8/layout/hierarchy1"/>
    <dgm:cxn modelId="{37AEBB2B-F58B-48A7-B118-275ABE520504}" type="presParOf" srcId="{158DD9B6-60BC-2441-9B3A-ABE4E09BA18B}" destId="{8CA7F371-F4C8-499E-A1DD-D0E1558981D2}" srcOrd="8" destOrd="0" presId="urn:microsoft.com/office/officeart/2005/8/layout/hierarchy1"/>
    <dgm:cxn modelId="{A570B7AA-0C78-4FE9-B635-3D43D3EF3614}" type="presParOf" srcId="{158DD9B6-60BC-2441-9B3A-ABE4E09BA18B}" destId="{BCE34F5A-84CE-4C49-A421-4DBB4EB79571}" srcOrd="9" destOrd="0" presId="urn:microsoft.com/office/officeart/2005/8/layout/hierarchy1"/>
    <dgm:cxn modelId="{5A83720D-037F-4E3A-B180-13A9A4EF45C2}" type="presParOf" srcId="{BCE34F5A-84CE-4C49-A421-4DBB4EB79571}" destId="{744CD028-B63B-422A-9E73-FB9632285289}" srcOrd="0" destOrd="0" presId="urn:microsoft.com/office/officeart/2005/8/layout/hierarchy1"/>
    <dgm:cxn modelId="{75D2A65D-0548-4EA6-8A80-F981617B5EB0}" type="presParOf" srcId="{744CD028-B63B-422A-9E73-FB9632285289}" destId="{CC7FD343-8F6B-44FA-B9EE-4FF519E7BC05}" srcOrd="0" destOrd="0" presId="urn:microsoft.com/office/officeart/2005/8/layout/hierarchy1"/>
    <dgm:cxn modelId="{D69D2281-BF64-4DBF-BB76-938E6100DCCD}" type="presParOf" srcId="{744CD028-B63B-422A-9E73-FB9632285289}" destId="{0DCDC3EF-D2AB-4A93-9A04-15E11D92E0AA}" srcOrd="1" destOrd="0" presId="urn:microsoft.com/office/officeart/2005/8/layout/hierarchy1"/>
    <dgm:cxn modelId="{A325B01B-811B-41BA-9A55-A2A46EA1411D}" type="presParOf" srcId="{BCE34F5A-84CE-4C49-A421-4DBB4EB79571}" destId="{C7117D58-2D95-435C-B761-2B987FD117A7}" srcOrd="1" destOrd="0" presId="urn:microsoft.com/office/officeart/2005/8/layout/hierarchy1"/>
    <dgm:cxn modelId="{7009F4F7-1FD0-479F-AF69-0474FD453060}" type="presParOf" srcId="{C7117D58-2D95-435C-B761-2B987FD117A7}" destId="{FF3C020C-B8AD-294E-B19A-558A93F87E04}" srcOrd="0" destOrd="0" presId="urn:microsoft.com/office/officeart/2005/8/layout/hierarchy1"/>
    <dgm:cxn modelId="{05FB6780-944B-4EAE-AAC8-F1B54D1E4194}" type="presParOf" srcId="{C7117D58-2D95-435C-B761-2B987FD117A7}" destId="{C4EDDCE0-30BF-7C43-B5D5-93B5E4673083}" srcOrd="1" destOrd="0" presId="urn:microsoft.com/office/officeart/2005/8/layout/hierarchy1"/>
    <dgm:cxn modelId="{06F10DD8-2E85-4B69-AE62-EFBD011CD07C}" type="presParOf" srcId="{C4EDDCE0-30BF-7C43-B5D5-93B5E4673083}" destId="{9085F740-C290-AB4C-BFB4-AC054C1CE9A3}" srcOrd="0" destOrd="0" presId="urn:microsoft.com/office/officeart/2005/8/layout/hierarchy1"/>
    <dgm:cxn modelId="{376310B8-D88D-48A9-898E-FEE6C3AFE35C}" type="presParOf" srcId="{9085F740-C290-AB4C-BFB4-AC054C1CE9A3}" destId="{F661BCB1-6019-854E-AB11-069C96B73448}" srcOrd="0" destOrd="0" presId="urn:microsoft.com/office/officeart/2005/8/layout/hierarchy1"/>
    <dgm:cxn modelId="{8CCD2F38-AB6B-453F-BEEA-F65AD0414048}" type="presParOf" srcId="{9085F740-C290-AB4C-BFB4-AC054C1CE9A3}" destId="{C4D0961C-9DF5-F94A-882D-21B44E665106}" srcOrd="1" destOrd="0" presId="urn:microsoft.com/office/officeart/2005/8/layout/hierarchy1"/>
    <dgm:cxn modelId="{A8AA03E9-CC22-4EA2-8CFE-C2C9E48E64F4}" type="presParOf" srcId="{C4EDDCE0-30BF-7C43-B5D5-93B5E4673083}" destId="{34CB6D03-42F9-4E4D-9BE8-C5E96F55FD3C}" srcOrd="1" destOrd="0" presId="urn:microsoft.com/office/officeart/2005/8/layout/hierarchy1"/>
    <dgm:cxn modelId="{013B962C-EC77-47A5-A6B2-AF7353558708}" type="presParOf" srcId="{5C49ECAC-5568-E44A-857C-15EC9EF0E8A5}" destId="{7E10B0DA-187E-374C-A6AE-91CED635F384}" srcOrd="6" destOrd="0" presId="urn:microsoft.com/office/officeart/2005/8/layout/hierarchy1"/>
    <dgm:cxn modelId="{B7D5C161-E38C-4704-9345-27D6A2D50041}" type="presParOf" srcId="{5C49ECAC-5568-E44A-857C-15EC9EF0E8A5}" destId="{475CDCC4-99E6-AE40-993A-80ACB08444B9}" srcOrd="7" destOrd="0" presId="urn:microsoft.com/office/officeart/2005/8/layout/hierarchy1"/>
    <dgm:cxn modelId="{40E65E2D-DCEC-4DA1-A79B-7E86D2429CD7}" type="presParOf" srcId="{475CDCC4-99E6-AE40-993A-80ACB08444B9}" destId="{80632959-F26E-0F42-B83D-0CD745A56344}" srcOrd="0" destOrd="0" presId="urn:microsoft.com/office/officeart/2005/8/layout/hierarchy1"/>
    <dgm:cxn modelId="{19580CA4-50DD-488D-B302-E4E1903EA34D}" type="presParOf" srcId="{80632959-F26E-0F42-B83D-0CD745A56344}" destId="{C6889B4A-A1C3-AE4F-B359-EDC34D071562}" srcOrd="0" destOrd="0" presId="urn:microsoft.com/office/officeart/2005/8/layout/hierarchy1"/>
    <dgm:cxn modelId="{B85E76EF-F130-4778-BF02-0FCF767D00AE}" type="presParOf" srcId="{80632959-F26E-0F42-B83D-0CD745A56344}" destId="{C7BFB9AC-490D-684C-AD05-725FCA559179}" srcOrd="1" destOrd="0" presId="urn:microsoft.com/office/officeart/2005/8/layout/hierarchy1"/>
    <dgm:cxn modelId="{99C7BC56-27F3-44A3-935C-607A01F400F9}" type="presParOf" srcId="{475CDCC4-99E6-AE40-993A-80ACB08444B9}" destId="{2F49A084-5E89-8544-B0F0-F8BF8ECA93ED}" srcOrd="1" destOrd="0" presId="urn:microsoft.com/office/officeart/2005/8/layout/hierarchy1"/>
    <dgm:cxn modelId="{670D5366-1A73-4A5C-894D-0304A67E2F04}" type="presParOf" srcId="{2F49A084-5E89-8544-B0F0-F8BF8ECA93ED}" destId="{2E414492-F43C-AA49-B51E-0ED6D0144652}" srcOrd="0" destOrd="0" presId="urn:microsoft.com/office/officeart/2005/8/layout/hierarchy1"/>
    <dgm:cxn modelId="{CB222F9E-71E0-4399-A631-FA7C0D1C4293}" type="presParOf" srcId="{2F49A084-5E89-8544-B0F0-F8BF8ECA93ED}" destId="{5525D7C2-81E4-FF4B-8B4D-0E636E9F643E}" srcOrd="1" destOrd="0" presId="urn:microsoft.com/office/officeart/2005/8/layout/hierarchy1"/>
    <dgm:cxn modelId="{2D3BB12B-1F47-4AE3-9090-33E3C660FEB4}" type="presParOf" srcId="{5525D7C2-81E4-FF4B-8B4D-0E636E9F643E}" destId="{4F3A0766-3C68-594C-B679-35737288BD93}" srcOrd="0" destOrd="0" presId="urn:microsoft.com/office/officeart/2005/8/layout/hierarchy1"/>
    <dgm:cxn modelId="{9ECDBCCF-B7D7-4F88-9AC0-6B0A42D20EBC}" type="presParOf" srcId="{4F3A0766-3C68-594C-B679-35737288BD93}" destId="{1A666A08-3657-A346-BA52-88A9FB0BBAAD}" srcOrd="0" destOrd="0" presId="urn:microsoft.com/office/officeart/2005/8/layout/hierarchy1"/>
    <dgm:cxn modelId="{0C58E804-E89F-4577-A7E7-678CBCFF3349}" type="presParOf" srcId="{4F3A0766-3C68-594C-B679-35737288BD93}" destId="{9667A29C-175F-3046-887F-2D268E592584}" srcOrd="1" destOrd="0" presId="urn:microsoft.com/office/officeart/2005/8/layout/hierarchy1"/>
    <dgm:cxn modelId="{C5D9FEF9-D041-4006-871B-A8D4AE2AC03A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0940575" y="1796563"/>
          <a:ext cx="91440" cy="1737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77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6079573" y="1243365"/>
          <a:ext cx="4906721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4906721" y="118423"/>
              </a:lnTo>
              <a:lnTo>
                <a:pt x="4906721" y="17377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16044" y="3508491"/>
          <a:ext cx="91440" cy="1737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776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A7F371-F4C8-499E-A1DD-D0E1558981D2}">
      <dsp:nvSpPr>
        <dsp:cNvPr id="0" name=""/>
        <dsp:cNvSpPr/>
      </dsp:nvSpPr>
      <dsp:spPr>
        <a:xfrm>
          <a:off x="7625045" y="2288430"/>
          <a:ext cx="2336718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2336718" y="118423"/>
              </a:lnTo>
              <a:lnTo>
                <a:pt x="2336718" y="17377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625045" y="2288430"/>
          <a:ext cx="1399083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1399083" y="118423"/>
              </a:lnTo>
              <a:lnTo>
                <a:pt x="1399083" y="173776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118863" y="2841628"/>
          <a:ext cx="91440" cy="1737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776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625045" y="2288430"/>
          <a:ext cx="539537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539537" y="118423"/>
              </a:lnTo>
              <a:lnTo>
                <a:pt x="539537" y="173776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6836813" y="4324860"/>
          <a:ext cx="1285397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1285397" y="118423"/>
              </a:lnTo>
              <a:lnTo>
                <a:pt x="1285397" y="17377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6836813" y="4324860"/>
          <a:ext cx="555102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555102" y="118423"/>
              </a:lnTo>
              <a:lnTo>
                <a:pt x="555102" y="17377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6471666" y="4324860"/>
          <a:ext cx="365147" cy="173776"/>
        </a:xfrm>
        <a:custGeom>
          <a:avLst/>
          <a:gdLst/>
          <a:ahLst/>
          <a:cxnLst/>
          <a:rect l="0" t="0" r="0" b="0"/>
          <a:pathLst>
            <a:path>
              <a:moveTo>
                <a:pt x="365147" y="0"/>
              </a:moveTo>
              <a:lnTo>
                <a:pt x="365147" y="118423"/>
              </a:lnTo>
              <a:lnTo>
                <a:pt x="0" y="118423"/>
              </a:lnTo>
              <a:lnTo>
                <a:pt x="0" y="17377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5551415" y="4324860"/>
          <a:ext cx="1285397" cy="173776"/>
        </a:xfrm>
        <a:custGeom>
          <a:avLst/>
          <a:gdLst/>
          <a:ahLst/>
          <a:cxnLst/>
          <a:rect l="0" t="0" r="0" b="0"/>
          <a:pathLst>
            <a:path>
              <a:moveTo>
                <a:pt x="1285397" y="0"/>
              </a:moveTo>
              <a:lnTo>
                <a:pt x="1285397" y="118423"/>
              </a:lnTo>
              <a:lnTo>
                <a:pt x="0" y="118423"/>
              </a:lnTo>
              <a:lnTo>
                <a:pt x="0" y="17377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6791093" y="3143462"/>
          <a:ext cx="91440" cy="1737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776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6836813" y="2288430"/>
          <a:ext cx="788231" cy="173776"/>
        </a:xfrm>
        <a:custGeom>
          <a:avLst/>
          <a:gdLst/>
          <a:ahLst/>
          <a:cxnLst/>
          <a:rect l="0" t="0" r="0" b="0"/>
          <a:pathLst>
            <a:path>
              <a:moveTo>
                <a:pt x="788231" y="0"/>
              </a:moveTo>
              <a:lnTo>
                <a:pt x="788231" y="118423"/>
              </a:lnTo>
              <a:lnTo>
                <a:pt x="0" y="118423"/>
              </a:lnTo>
              <a:lnTo>
                <a:pt x="0" y="173776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080986" y="2841628"/>
          <a:ext cx="495273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495273" y="118423"/>
              </a:lnTo>
              <a:lnTo>
                <a:pt x="495273" y="173776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12385" y="3680018"/>
          <a:ext cx="939030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939030" y="118423"/>
              </a:lnTo>
              <a:lnTo>
                <a:pt x="939030" y="17377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12385" y="3680018"/>
          <a:ext cx="111191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111191" y="118423"/>
              </a:lnTo>
              <a:lnTo>
                <a:pt x="111191" y="17377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84546" y="3680018"/>
          <a:ext cx="827838" cy="173776"/>
        </a:xfrm>
        <a:custGeom>
          <a:avLst/>
          <a:gdLst/>
          <a:ahLst/>
          <a:cxnLst/>
          <a:rect l="0" t="0" r="0" b="0"/>
          <a:pathLst>
            <a:path>
              <a:moveTo>
                <a:pt x="827838" y="0"/>
              </a:moveTo>
              <a:lnTo>
                <a:pt x="827838" y="118423"/>
              </a:lnTo>
              <a:lnTo>
                <a:pt x="0" y="118423"/>
              </a:lnTo>
              <a:lnTo>
                <a:pt x="0" y="17377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12385" y="2841628"/>
          <a:ext cx="468600" cy="173776"/>
        </a:xfrm>
        <a:custGeom>
          <a:avLst/>
          <a:gdLst/>
          <a:ahLst/>
          <a:cxnLst/>
          <a:rect l="0" t="0" r="0" b="0"/>
          <a:pathLst>
            <a:path>
              <a:moveTo>
                <a:pt x="468600" y="0"/>
              </a:moveTo>
              <a:lnTo>
                <a:pt x="468600" y="118423"/>
              </a:lnTo>
              <a:lnTo>
                <a:pt x="0" y="118423"/>
              </a:lnTo>
              <a:lnTo>
                <a:pt x="0" y="173776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080986" y="2288430"/>
          <a:ext cx="2544058" cy="173776"/>
        </a:xfrm>
        <a:custGeom>
          <a:avLst/>
          <a:gdLst/>
          <a:ahLst/>
          <a:cxnLst/>
          <a:rect l="0" t="0" r="0" b="0"/>
          <a:pathLst>
            <a:path>
              <a:moveTo>
                <a:pt x="2544058" y="0"/>
              </a:moveTo>
              <a:lnTo>
                <a:pt x="2544058" y="118423"/>
              </a:lnTo>
              <a:lnTo>
                <a:pt x="0" y="118423"/>
              </a:lnTo>
              <a:lnTo>
                <a:pt x="0" y="173776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6079573" y="1243365"/>
          <a:ext cx="1545471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1545471" y="118423"/>
              </a:lnTo>
              <a:lnTo>
                <a:pt x="1545471" y="17377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4126902" y="1796563"/>
          <a:ext cx="954084" cy="1737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23"/>
              </a:lnTo>
              <a:lnTo>
                <a:pt x="954084" y="118423"/>
              </a:lnTo>
              <a:lnTo>
                <a:pt x="954084" y="17377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4081182" y="1796563"/>
          <a:ext cx="91440" cy="1737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77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3172817" y="1796563"/>
          <a:ext cx="954084" cy="173776"/>
        </a:xfrm>
        <a:custGeom>
          <a:avLst/>
          <a:gdLst/>
          <a:ahLst/>
          <a:cxnLst/>
          <a:rect l="0" t="0" r="0" b="0"/>
          <a:pathLst>
            <a:path>
              <a:moveTo>
                <a:pt x="954084" y="0"/>
              </a:moveTo>
              <a:lnTo>
                <a:pt x="954084" y="118423"/>
              </a:lnTo>
              <a:lnTo>
                <a:pt x="0" y="118423"/>
              </a:lnTo>
              <a:lnTo>
                <a:pt x="0" y="17377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4126902" y="1243365"/>
          <a:ext cx="1952671" cy="173776"/>
        </a:xfrm>
        <a:custGeom>
          <a:avLst/>
          <a:gdLst/>
          <a:ahLst/>
          <a:cxnLst/>
          <a:rect l="0" t="0" r="0" b="0"/>
          <a:pathLst>
            <a:path>
              <a:moveTo>
                <a:pt x="1952671" y="0"/>
              </a:moveTo>
              <a:lnTo>
                <a:pt x="1952671" y="118423"/>
              </a:lnTo>
              <a:lnTo>
                <a:pt x="0" y="118423"/>
              </a:lnTo>
              <a:lnTo>
                <a:pt x="0" y="17377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B8ADC-7E58-406F-8053-B2ABE44CEED7}">
      <dsp:nvSpPr>
        <dsp:cNvPr id="0" name=""/>
        <dsp:cNvSpPr/>
      </dsp:nvSpPr>
      <dsp:spPr>
        <a:xfrm>
          <a:off x="1281211" y="1674363"/>
          <a:ext cx="1134883" cy="2584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133"/>
              </a:lnTo>
              <a:lnTo>
                <a:pt x="1134883" y="203133"/>
              </a:lnTo>
              <a:lnTo>
                <a:pt x="1134883" y="25848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1281211" y="1674363"/>
          <a:ext cx="244687" cy="2584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3133"/>
              </a:lnTo>
              <a:lnTo>
                <a:pt x="244687" y="203133"/>
              </a:lnTo>
              <a:lnTo>
                <a:pt x="244687" y="25848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413496" y="1674363"/>
          <a:ext cx="867714" cy="258486"/>
        </a:xfrm>
        <a:custGeom>
          <a:avLst/>
          <a:gdLst/>
          <a:ahLst/>
          <a:cxnLst/>
          <a:rect l="0" t="0" r="0" b="0"/>
          <a:pathLst>
            <a:path>
              <a:moveTo>
                <a:pt x="867714" y="0"/>
              </a:moveTo>
              <a:lnTo>
                <a:pt x="867714" y="203133"/>
              </a:lnTo>
              <a:lnTo>
                <a:pt x="0" y="203133"/>
              </a:lnTo>
              <a:lnTo>
                <a:pt x="0" y="25848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1281211" y="1197645"/>
          <a:ext cx="4798362" cy="91440"/>
        </a:xfrm>
        <a:custGeom>
          <a:avLst/>
          <a:gdLst/>
          <a:ahLst/>
          <a:cxnLst/>
          <a:rect l="0" t="0" r="0" b="0"/>
          <a:pathLst>
            <a:path>
              <a:moveTo>
                <a:pt x="4798362" y="45720"/>
              </a:moveTo>
              <a:lnTo>
                <a:pt x="4798362" y="79434"/>
              </a:lnTo>
              <a:lnTo>
                <a:pt x="0" y="79434"/>
              </a:lnTo>
              <a:lnTo>
                <a:pt x="0" y="13478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698835" y="60914"/>
          <a:ext cx="2761475" cy="11824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765226" y="123985"/>
          <a:ext cx="2761475" cy="11824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 dirty="0"/>
            <a:t>Analysis of Relationship between Students’ Economic Background, Academic Performance, Skills &amp; Expected Salary</a:t>
          </a:r>
          <a:r>
            <a:rPr lang="en-GB" sz="1600" b="1" kern="1200" dirty="0"/>
            <a:t> </a:t>
          </a:r>
        </a:p>
      </dsp:txBody>
      <dsp:txXfrm>
        <a:off x="4799859" y="158618"/>
        <a:ext cx="2692209" cy="1113185"/>
      </dsp:txXfrm>
    </dsp:sp>
    <dsp:sp modelId="{98C76165-9034-1643-9104-9B92F7A95E7E}">
      <dsp:nvSpPr>
        <dsp:cNvPr id="0" name=""/>
        <dsp:cNvSpPr/>
      </dsp:nvSpPr>
      <dsp:spPr>
        <a:xfrm>
          <a:off x="453093" y="1332432"/>
          <a:ext cx="1656236" cy="3419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519483" y="1395503"/>
          <a:ext cx="1656236" cy="3419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529498" y="1405518"/>
        <a:ext cx="1636206" cy="321900"/>
      </dsp:txXfrm>
    </dsp:sp>
    <dsp:sp modelId="{44BEB450-4BCD-F54F-A322-73AA595A8A41}">
      <dsp:nvSpPr>
        <dsp:cNvPr id="0" name=""/>
        <dsp:cNvSpPr/>
      </dsp:nvSpPr>
      <dsp:spPr>
        <a:xfrm>
          <a:off x="-66390" y="1932850"/>
          <a:ext cx="959774" cy="12468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0" y="1995921"/>
          <a:ext cx="959774" cy="12468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Define Project Objectives</a:t>
          </a:r>
        </a:p>
      </dsp:txBody>
      <dsp:txXfrm>
        <a:off x="28111" y="2024032"/>
        <a:ext cx="903552" cy="1190617"/>
      </dsp:txXfrm>
    </dsp:sp>
    <dsp:sp modelId="{FEEC3C17-77DE-4445-9F57-EC26BC3F2F4C}">
      <dsp:nvSpPr>
        <dsp:cNvPr id="0" name=""/>
        <dsp:cNvSpPr/>
      </dsp:nvSpPr>
      <dsp:spPr>
        <a:xfrm>
          <a:off x="1093669" y="1932850"/>
          <a:ext cx="864459" cy="868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160060" y="1995921"/>
          <a:ext cx="864459" cy="8688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Problem Identification</a:t>
          </a:r>
        </a:p>
      </dsp:txBody>
      <dsp:txXfrm>
        <a:off x="1185379" y="2021240"/>
        <a:ext cx="813821" cy="818202"/>
      </dsp:txXfrm>
    </dsp:sp>
    <dsp:sp modelId="{5C5D4E81-0A56-48C5-ACB5-5A6165BE46EE}">
      <dsp:nvSpPr>
        <dsp:cNvPr id="0" name=""/>
        <dsp:cNvSpPr/>
      </dsp:nvSpPr>
      <dsp:spPr>
        <a:xfrm>
          <a:off x="2090909" y="1932850"/>
          <a:ext cx="650369" cy="85329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87D85-7339-4A46-AF36-42A2BACA2188}">
      <dsp:nvSpPr>
        <dsp:cNvPr id="0" name=""/>
        <dsp:cNvSpPr/>
      </dsp:nvSpPr>
      <dsp:spPr>
        <a:xfrm>
          <a:off x="2157300" y="1995921"/>
          <a:ext cx="650369" cy="8532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Dataset Understanding</a:t>
          </a:r>
          <a:endParaRPr lang="en-GB" sz="1200" kern="1200" dirty="0"/>
        </a:p>
      </dsp:txBody>
      <dsp:txXfrm>
        <a:off x="2176349" y="2014970"/>
        <a:ext cx="612271" cy="815197"/>
      </dsp:txXfrm>
    </dsp:sp>
    <dsp:sp modelId="{10ED8AD8-C95D-7F46-8284-6BFFCB8023D0}">
      <dsp:nvSpPr>
        <dsp:cNvPr id="0" name=""/>
        <dsp:cNvSpPr/>
      </dsp:nvSpPr>
      <dsp:spPr>
        <a:xfrm>
          <a:off x="3276388" y="1417142"/>
          <a:ext cx="1701026" cy="3794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3342779" y="1480213"/>
          <a:ext cx="1701026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3353892" y="1491326"/>
        <a:ext cx="1678800" cy="357195"/>
      </dsp:txXfrm>
    </dsp:sp>
    <dsp:sp modelId="{6E16703E-D480-984D-B802-173E140186A1}">
      <dsp:nvSpPr>
        <dsp:cNvPr id="0" name=""/>
        <dsp:cNvSpPr/>
      </dsp:nvSpPr>
      <dsp:spPr>
        <a:xfrm>
          <a:off x="2874060" y="1970340"/>
          <a:ext cx="597513" cy="3794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2940451" y="2033411"/>
          <a:ext cx="597513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951564" y="2044524"/>
        <a:ext cx="575287" cy="357195"/>
      </dsp:txXfrm>
    </dsp:sp>
    <dsp:sp modelId="{9BB62355-7E98-FF48-B43F-443943F5FC67}">
      <dsp:nvSpPr>
        <dsp:cNvPr id="0" name=""/>
        <dsp:cNvSpPr/>
      </dsp:nvSpPr>
      <dsp:spPr>
        <a:xfrm>
          <a:off x="3604355" y="1970340"/>
          <a:ext cx="1045093" cy="7596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3670745" y="2033411"/>
          <a:ext cx="1045093" cy="7596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3692994" y="2055660"/>
        <a:ext cx="1000595" cy="715133"/>
      </dsp:txXfrm>
    </dsp:sp>
    <dsp:sp modelId="{06B3B77D-83B7-4F4F-A505-FD6E2141620B}">
      <dsp:nvSpPr>
        <dsp:cNvPr id="0" name=""/>
        <dsp:cNvSpPr/>
      </dsp:nvSpPr>
      <dsp:spPr>
        <a:xfrm>
          <a:off x="4782229" y="1970340"/>
          <a:ext cx="597513" cy="3794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4848620" y="2033411"/>
          <a:ext cx="597513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4859733" y="2044524"/>
        <a:ext cx="575287" cy="357195"/>
      </dsp:txXfrm>
    </dsp:sp>
    <dsp:sp modelId="{B1AEAF6C-B8B1-1748-805C-DEA9F80466AD}">
      <dsp:nvSpPr>
        <dsp:cNvPr id="0" name=""/>
        <dsp:cNvSpPr/>
      </dsp:nvSpPr>
      <dsp:spPr>
        <a:xfrm>
          <a:off x="7125712" y="1417142"/>
          <a:ext cx="998666" cy="87128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192102" y="1480213"/>
          <a:ext cx="998666" cy="8712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217621" y="1505732"/>
        <a:ext cx="947628" cy="820249"/>
      </dsp:txXfrm>
    </dsp:sp>
    <dsp:sp modelId="{D69C27FE-178C-0B44-8F16-561617AC1399}">
      <dsp:nvSpPr>
        <dsp:cNvPr id="0" name=""/>
        <dsp:cNvSpPr/>
      </dsp:nvSpPr>
      <dsp:spPr>
        <a:xfrm>
          <a:off x="4782229" y="2462207"/>
          <a:ext cx="597513" cy="379421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48620" y="2525278"/>
          <a:ext cx="597513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59733" y="2536391"/>
        <a:ext cx="575287" cy="357195"/>
      </dsp:txXfrm>
    </dsp:sp>
    <dsp:sp modelId="{27CAD266-EAE3-2A42-904D-42C85764CE0C}">
      <dsp:nvSpPr>
        <dsp:cNvPr id="0" name=""/>
        <dsp:cNvSpPr/>
      </dsp:nvSpPr>
      <dsp:spPr>
        <a:xfrm>
          <a:off x="4183502" y="3015405"/>
          <a:ext cx="857766" cy="664613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49892" y="3078476"/>
          <a:ext cx="857766" cy="6646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Data Analysis Workflow</a:t>
          </a:r>
        </a:p>
      </dsp:txBody>
      <dsp:txXfrm>
        <a:off x="4269358" y="3097942"/>
        <a:ext cx="818834" cy="625681"/>
      </dsp:txXfrm>
    </dsp:sp>
    <dsp:sp modelId="{B98F8870-53AF-2E47-8DC4-D3880E39DAC2}">
      <dsp:nvSpPr>
        <dsp:cNvPr id="0" name=""/>
        <dsp:cNvSpPr/>
      </dsp:nvSpPr>
      <dsp:spPr>
        <a:xfrm>
          <a:off x="3374598" y="3853795"/>
          <a:ext cx="819896" cy="81166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40989" y="3916866"/>
          <a:ext cx="819896" cy="811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64762" y="3940639"/>
        <a:ext cx="772350" cy="764119"/>
      </dsp:txXfrm>
    </dsp:sp>
    <dsp:sp modelId="{C320C1A5-5933-7346-8BDE-9AEE18EED0D5}">
      <dsp:nvSpPr>
        <dsp:cNvPr id="0" name=""/>
        <dsp:cNvSpPr/>
      </dsp:nvSpPr>
      <dsp:spPr>
        <a:xfrm>
          <a:off x="4327275" y="3853795"/>
          <a:ext cx="792602" cy="81166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93666" y="3916866"/>
          <a:ext cx="792602" cy="811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416881" y="3940081"/>
        <a:ext cx="746172" cy="765235"/>
      </dsp:txXfrm>
    </dsp:sp>
    <dsp:sp modelId="{E8292A70-5998-2848-8036-0475A0D76C22}">
      <dsp:nvSpPr>
        <dsp:cNvPr id="0" name=""/>
        <dsp:cNvSpPr/>
      </dsp:nvSpPr>
      <dsp:spPr>
        <a:xfrm>
          <a:off x="5252658" y="3853795"/>
          <a:ext cx="597513" cy="37942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19049" y="3916866"/>
          <a:ext cx="597513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30162" y="3927979"/>
        <a:ext cx="575287" cy="357195"/>
      </dsp:txXfrm>
    </dsp:sp>
    <dsp:sp modelId="{B971B8B7-8197-DF40-94B7-D04DF948C93E}">
      <dsp:nvSpPr>
        <dsp:cNvPr id="0" name=""/>
        <dsp:cNvSpPr/>
      </dsp:nvSpPr>
      <dsp:spPr>
        <a:xfrm>
          <a:off x="5174050" y="3015405"/>
          <a:ext cx="804420" cy="649690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240440" y="3078476"/>
          <a:ext cx="804420" cy="6496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Prepare Design Specifications</a:t>
          </a:r>
        </a:p>
      </dsp:txBody>
      <dsp:txXfrm>
        <a:off x="5259469" y="3097505"/>
        <a:ext cx="766362" cy="611632"/>
      </dsp:txXfrm>
    </dsp:sp>
    <dsp:sp modelId="{6D5BA4A2-8D20-0449-9E98-F0EF444A63FB}">
      <dsp:nvSpPr>
        <dsp:cNvPr id="0" name=""/>
        <dsp:cNvSpPr/>
      </dsp:nvSpPr>
      <dsp:spPr>
        <a:xfrm>
          <a:off x="6358327" y="2462207"/>
          <a:ext cx="956972" cy="681254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6424717" y="2525278"/>
          <a:ext cx="956972" cy="6812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Data Collection &amp; Monitoring</a:t>
          </a:r>
        </a:p>
      </dsp:txBody>
      <dsp:txXfrm>
        <a:off x="6444670" y="2545231"/>
        <a:ext cx="917066" cy="641348"/>
      </dsp:txXfrm>
    </dsp:sp>
    <dsp:sp modelId="{F7A0C49C-47A1-134D-818D-55E7FE493CB6}">
      <dsp:nvSpPr>
        <dsp:cNvPr id="0" name=""/>
        <dsp:cNvSpPr/>
      </dsp:nvSpPr>
      <dsp:spPr>
        <a:xfrm>
          <a:off x="6116110" y="3317238"/>
          <a:ext cx="1441406" cy="1007621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6182500" y="3380309"/>
          <a:ext cx="1441406" cy="10076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Load Student Dataset</a:t>
          </a:r>
        </a:p>
      </dsp:txBody>
      <dsp:txXfrm>
        <a:off x="6212012" y="3409821"/>
        <a:ext cx="1382382" cy="948597"/>
      </dsp:txXfrm>
    </dsp:sp>
    <dsp:sp modelId="{2CCD2003-1084-6E45-A16F-8DD22C2F3363}">
      <dsp:nvSpPr>
        <dsp:cNvPr id="0" name=""/>
        <dsp:cNvSpPr/>
      </dsp:nvSpPr>
      <dsp:spPr>
        <a:xfrm>
          <a:off x="5252658" y="4498637"/>
          <a:ext cx="597513" cy="37942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5319049" y="4561708"/>
          <a:ext cx="597513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GPA</a:t>
          </a:r>
        </a:p>
      </dsp:txBody>
      <dsp:txXfrm>
        <a:off x="5330162" y="4572821"/>
        <a:ext cx="575287" cy="357195"/>
      </dsp:txXfrm>
    </dsp:sp>
    <dsp:sp modelId="{79156C9E-B7D6-044E-BDFF-0A9B633EEE56}">
      <dsp:nvSpPr>
        <dsp:cNvPr id="0" name=""/>
        <dsp:cNvSpPr/>
      </dsp:nvSpPr>
      <dsp:spPr>
        <a:xfrm>
          <a:off x="5982953" y="4498637"/>
          <a:ext cx="977425" cy="457798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6049344" y="4561708"/>
          <a:ext cx="977425" cy="457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Income</a:t>
          </a:r>
        </a:p>
      </dsp:txBody>
      <dsp:txXfrm>
        <a:off x="6062752" y="4575116"/>
        <a:ext cx="950609" cy="430982"/>
      </dsp:txXfrm>
    </dsp:sp>
    <dsp:sp modelId="{C19139E1-A0BD-5B49-997C-3539729C0F4B}">
      <dsp:nvSpPr>
        <dsp:cNvPr id="0" name=""/>
        <dsp:cNvSpPr/>
      </dsp:nvSpPr>
      <dsp:spPr>
        <a:xfrm>
          <a:off x="7093159" y="4498637"/>
          <a:ext cx="597513" cy="37942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7159549" y="4561708"/>
          <a:ext cx="597513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Salary</a:t>
          </a:r>
        </a:p>
      </dsp:txBody>
      <dsp:txXfrm>
        <a:off x="7170662" y="4572821"/>
        <a:ext cx="575287" cy="357195"/>
      </dsp:txXfrm>
    </dsp:sp>
    <dsp:sp modelId="{7BC15EF3-0DDB-9343-A8E7-056233817092}">
      <dsp:nvSpPr>
        <dsp:cNvPr id="0" name=""/>
        <dsp:cNvSpPr/>
      </dsp:nvSpPr>
      <dsp:spPr>
        <a:xfrm>
          <a:off x="7823454" y="4498637"/>
          <a:ext cx="597513" cy="37942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7889844" y="4561708"/>
          <a:ext cx="597513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Skills</a:t>
          </a:r>
        </a:p>
      </dsp:txBody>
      <dsp:txXfrm>
        <a:off x="7900957" y="4572821"/>
        <a:ext cx="575287" cy="357195"/>
      </dsp:txXfrm>
    </dsp:sp>
    <dsp:sp modelId="{5F730CFB-B1DC-214D-A699-48CA2DB8DCBA}">
      <dsp:nvSpPr>
        <dsp:cNvPr id="0" name=""/>
        <dsp:cNvSpPr/>
      </dsp:nvSpPr>
      <dsp:spPr>
        <a:xfrm>
          <a:off x="7736575" y="2462207"/>
          <a:ext cx="856016" cy="379421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7802965" y="2525278"/>
          <a:ext cx="856016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Data Pre-Processing</a:t>
          </a:r>
        </a:p>
      </dsp:txBody>
      <dsp:txXfrm>
        <a:off x="7814078" y="2536391"/>
        <a:ext cx="833790" cy="357195"/>
      </dsp:txXfrm>
    </dsp:sp>
    <dsp:sp modelId="{2DCC3036-0B92-6C48-918D-7A4A72D3008D}">
      <dsp:nvSpPr>
        <dsp:cNvPr id="0" name=""/>
        <dsp:cNvSpPr/>
      </dsp:nvSpPr>
      <dsp:spPr>
        <a:xfrm>
          <a:off x="7690297" y="3015405"/>
          <a:ext cx="948571" cy="911146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7756688" y="3078476"/>
          <a:ext cx="948571" cy="9111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Data Cleaning &amp; Formatting</a:t>
          </a:r>
        </a:p>
      </dsp:txBody>
      <dsp:txXfrm>
        <a:off x="7783375" y="3105163"/>
        <a:ext cx="895197" cy="857772"/>
      </dsp:txXfrm>
    </dsp:sp>
    <dsp:sp modelId="{E25B53CB-CF47-6D48-8760-6D5D8C409868}">
      <dsp:nvSpPr>
        <dsp:cNvPr id="0" name=""/>
        <dsp:cNvSpPr/>
      </dsp:nvSpPr>
      <dsp:spPr>
        <a:xfrm>
          <a:off x="8725372" y="2462207"/>
          <a:ext cx="597513" cy="379421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8791762" y="2525278"/>
          <a:ext cx="597513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Visualizations</a:t>
          </a:r>
        </a:p>
      </dsp:txBody>
      <dsp:txXfrm>
        <a:off x="8802875" y="2536391"/>
        <a:ext cx="575287" cy="357195"/>
      </dsp:txXfrm>
    </dsp:sp>
    <dsp:sp modelId="{CC7FD343-8F6B-44FA-B9EE-4FF519E7BC05}">
      <dsp:nvSpPr>
        <dsp:cNvPr id="0" name=""/>
        <dsp:cNvSpPr/>
      </dsp:nvSpPr>
      <dsp:spPr>
        <a:xfrm>
          <a:off x="9455666" y="2462207"/>
          <a:ext cx="1012194" cy="10462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DC3EF-D2AB-4A93-9A04-15E11D92E0AA}">
      <dsp:nvSpPr>
        <dsp:cNvPr id="0" name=""/>
        <dsp:cNvSpPr/>
      </dsp:nvSpPr>
      <dsp:spPr>
        <a:xfrm>
          <a:off x="9522057" y="2525278"/>
          <a:ext cx="1012194" cy="10462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Created charts and graphs using </a:t>
          </a:r>
          <a:r>
            <a:rPr lang="en-US" sz="1200" b="0" kern="1200" dirty="0"/>
            <a:t>Python (Matplotlib &amp; Seaborn</a:t>
          </a:r>
          <a:r>
            <a:rPr lang="en-US" sz="1200" b="1" kern="1200" dirty="0"/>
            <a:t>)</a:t>
          </a:r>
          <a:r>
            <a:rPr lang="en-US" sz="1200" kern="1200" dirty="0"/>
            <a:t>:</a:t>
          </a:r>
          <a:endParaRPr lang="en-GB" sz="1200" kern="1200" dirty="0"/>
        </a:p>
      </dsp:txBody>
      <dsp:txXfrm>
        <a:off x="9551703" y="2554924"/>
        <a:ext cx="952902" cy="986992"/>
      </dsp:txXfrm>
    </dsp:sp>
    <dsp:sp modelId="{F661BCB1-6019-854E-AB11-069C96B73448}">
      <dsp:nvSpPr>
        <dsp:cNvPr id="0" name=""/>
        <dsp:cNvSpPr/>
      </dsp:nvSpPr>
      <dsp:spPr>
        <a:xfrm>
          <a:off x="9579785" y="3682268"/>
          <a:ext cx="763957" cy="838202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46175" y="3745339"/>
          <a:ext cx="763957" cy="8382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Charts and Graphs Using Python</a:t>
          </a:r>
        </a:p>
      </dsp:txBody>
      <dsp:txXfrm>
        <a:off x="9668551" y="3767715"/>
        <a:ext cx="719205" cy="793450"/>
      </dsp:txXfrm>
    </dsp:sp>
    <dsp:sp modelId="{C6889B4A-A1C3-AE4F-B359-EDC34D071562}">
      <dsp:nvSpPr>
        <dsp:cNvPr id="0" name=""/>
        <dsp:cNvSpPr/>
      </dsp:nvSpPr>
      <dsp:spPr>
        <a:xfrm>
          <a:off x="10356521" y="1417142"/>
          <a:ext cx="1259547" cy="3794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422912" y="1480213"/>
          <a:ext cx="1259547" cy="3794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434025" y="1491326"/>
        <a:ext cx="1237321" cy="357195"/>
      </dsp:txXfrm>
    </dsp:sp>
    <dsp:sp modelId="{1A666A08-3657-A346-BA52-88A9FB0BBAAD}">
      <dsp:nvSpPr>
        <dsp:cNvPr id="0" name=""/>
        <dsp:cNvSpPr/>
      </dsp:nvSpPr>
      <dsp:spPr>
        <a:xfrm>
          <a:off x="10600642" y="1970340"/>
          <a:ext cx="771306" cy="777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67032" y="2033411"/>
          <a:ext cx="771306" cy="7778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89623" y="2056002"/>
        <a:ext cx="726124" cy="732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‘Data Analytics’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3265061"/>
              </p:ext>
            </p:extLst>
          </p:nvPr>
        </p:nvGraphicFramePr>
        <p:xfrm>
          <a:off x="381319" y="1777579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f800943e-7719-4474-9402-4616db300049"/>
    <ds:schemaRef ds:uri="http://www.w3.org/XML/1998/namespace"/>
    <ds:schemaRef ds:uri="http://schemas.microsoft.com/office/2006/documentManagement/types"/>
    <ds:schemaRef ds:uri="3e1c734f-cd3c-409a-b830-21836909dd77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6856</TotalTime>
  <Words>100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IP23 Live Project Deliverables–  ‘Data Analytics’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Abhishek Mitra</cp:lastModifiedBy>
  <cp:revision>243</cp:revision>
  <dcterms:created xsi:type="dcterms:W3CDTF">2023-07-15T03:43:48Z</dcterms:created>
  <dcterms:modified xsi:type="dcterms:W3CDTF">2026-03-18T12:17:51Z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